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de dónde venimos: la Clase 1 fue la máquina (calor, batería, memoria, sistema operativo). Hoy: las manos y la pantalla.</a:t>
            </a:r>
          </a:p>
          <a:p>
            <a:r>
              <a:t>Imagen sugerida (opcional, sin recuadro en la slide): mano sosteniendo un teléfono, con el arco de alcance del pulgar dibujado.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HUD: información superpuesta al juego (puntaje, vidas, botones).</a:t>
            </a:r>
          </a:p>
          <a:p>
            <a:r>
              <a:t>• Muesca (notch): recorte de la pantalla donde van la cámara y los sensores.</a:t>
            </a:r>
          </a:p>
          <a:p>
            <a:r>
              <a:t>Situación completa: en un teléfono con muesca, el score de Asteroides queda debajo de la cámara frontal; el botón de inicio, pensado para un mouse, es diminuto; y el pulgar tapa justo la zona por donde caen los asteroides.</a:t>
            </a:r>
          </a:p>
          <a:p>
            <a:r>
              <a:t>Dejar que propongan números en píxeles y mostrar que la respuesta en píxeles no sirve (slide 4). Recuperar el supuesto S6 de la Clase 1 (Canvas en Constant Pixel Size).</a:t>
            </a:r>
          </a:p>
          <a:p>
            <a:r>
              <a:t>Imagen sugerida (opcional, sin recuadro en la slide): captura del HUD de Asteroides en un teléfono con muesca.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pt (punto): unidad de Apple independiente de la densidad de la pantalla.</a:t>
            </a:r>
          </a:p>
          <a:p>
            <a:r>
              <a:t>• dp (density-independent pixel): unidad equivalente de Android.</a:t>
            </a:r>
          </a:p>
          <a:p>
            <a:r>
              <a:t>• Objetivo táctil: área de la pantalla que responde a un toque.</a:t>
            </a:r>
          </a:p>
          <a:p>
            <a:r>
              <a:t>• HIG (Human Interface Guidelines): guías de diseño oficiales de Apple.</a:t>
            </a:r>
          </a:p>
          <a:p>
            <a:r>
              <a:t>Son números verificables: convierten "botón cómodo" en un criterio de prueba.</a:t>
            </a:r>
          </a:p>
          <a:p>
            <a:r>
              <a:t>Detalle: Apple pide 44 × 44 pt por defecto, con un mínimo absoluto de 28 × 28 pt; Android pide al menos 48 × 48 dp, "Larger is even better". Apple sugiere separar los controles ~12 pt si tienen borde visible y ~24 pt si no lo tienen.</a:t>
            </a:r>
          </a:p>
          <a:p>
            <a:r>
              <a:t>Para juegos en iOS, Apple fija además texto de 17 pt por defecto y 11 pt como mínimo (HIG, Designing for games).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Densidad de pantalla: cantidad de píxeles por pulgada; cuantos más, más chico se ve cada píxel.</a:t>
            </a:r>
          </a:p>
          <a:p>
            <a:r>
              <a:t>• px (píxel): punto físico de la pantalla.</a:t>
            </a:r>
          </a:p>
          <a:p>
            <a:r>
              <a:t>• Canvas Scaler: componente de Unity que decide cómo escala la interfaz según la pantalla.</a:t>
            </a:r>
          </a:p>
          <a:p>
            <a:r>
              <a:t>Idea: el mismo botón de 100 px es grande en un teléfono viejo y diminuto en uno de alta densidad. Por eso se diseña en unidades independientes de la densidad (pt, dp) y se deja que el motor escale.</a:t>
            </a:r>
          </a:p>
          <a:p>
            <a:r>
              <a:t>Modos del Canvas Scaler: Constant Pixel Size (el que usa Asteroides), Scale With Screen Size y Constant Physical Size. No hace falta la fórmula de conversión.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Safe area (zona segura): rectángulo de la pantalla donde la interfaz se ve completa, sin muescas ni barras del sistema.</a:t>
            </a:r>
          </a:p>
          <a:p>
            <a:r>
              <a:t>• Cutout: recorte de la pantalla (muesca o cámara perforada).</a:t>
            </a:r>
          </a:p>
          <a:p>
            <a:r>
              <a:t>• Edge-to-edge: el contenido ocupa la pantalla de borde a borde.</a:t>
            </a:r>
          </a:p>
          <a:p>
            <a:r>
              <a:t>• Barra de gestos: franja inferior que el sistema usa para navegar.</a:t>
            </a:r>
          </a:p>
          <a:p>
            <a:r>
              <a:t>Detalle: muescas, cámaras perforadas, bordes curvos y barras de gestos ocupan partes de la pantalla. Screen.safeArea devuelve el rectángulo donde la interfaz está a salvo, en píxeles.</a:t>
            </a:r>
          </a:p>
          <a:p>
            <a:r>
              <a:t>En Android 15 con target SDK 35, el contenido va de borde a borde obligatoriamente; Unity ignora la opción "Render Outside Safe Area". Por eso hay que leer safeArea y no confiar en que el sistema deje márgenes.</a:t>
            </a:r>
          </a:p>
          <a:p>
            <a:r>
              <a:t>La UI esencial va dentro de la safe area; el fondo puede salir de ella.</a:t>
            </a:r>
          </a:p>
          <a:p>
            <a:r>
              <a:t>Android permite simular un cutout desde las opciones de desarrollador: útil para la práctica en el teléfono,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Ergonomía: adaptación del diseño al cuerpo de quien lo usa.</a:t>
            </a:r>
          </a:p>
          <a:p>
            <a:r>
              <a:t>• Agarre: forma de sostener el teléfono (una mano, dos manos, acunado).</a:t>
            </a:r>
          </a:p>
          <a:p>
            <a:r>
              <a:t>Datos de Hoober (2013, 1.333 personas observadas): 49 % una mano, 36 % acunado, 15 % dos manos; los usuarios cambian de agarre todo el tiempo.</a:t>
            </a:r>
          </a:p>
          <a:p>
            <a:r>
              <a:t>Advertencia para decir en clase: es una fuente profesional, no académica, y tiene más de una década, con teléfonos más chicos que los actuales. Sirve como disparador, no como norma.</a:t>
            </a:r>
          </a:p>
          <a:p>
            <a:r>
              <a:t>CoD Mobile y Fortnite permiten mover y redimensionar los controles del HUD: una respuesta de diseño a la diversidad de manos y de teléfonos.</a:t>
            </a:r>
          </a:p>
          <a:p>
            <a:r>
              <a:t>Imagen sugerida (opcional, sin recuadro en la slide): HUD táctil con las zonas de los pulgares superpuestas.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AutoRotation: la pantalla gira sola cuando el jugador gira el teléfono.</a:t>
            </a:r>
          </a:p>
          <a:p>
            <a:r>
              <a:t>• Orientación: vertical (portrait) u horizontal (landscape).</a:t>
            </a:r>
          </a:p>
          <a:p>
            <a:r>
              <a:t>El gráfico es el mismo hallazgo de la Clase 1, a escala: en vertical, la mayor parte del rango de spawn queda fuera de la pantalla.</a:t>
            </a:r>
          </a:p>
          <a:p>
            <a:r>
              <a:t>Detalle: Android 16 ignora las restricciones de orientación en pantallas grandes, salvo en juegos; Unity 6.3 marca Application Category = Game por defecto.</a:t>
            </a:r>
          </a:p>
          <a:p>
            <a:r>
              <a:t>No hay una respuesta correcta única: vertical favorece una mano; horizontal favorece el campo de visión y los dos pulgares. Se evalúa que la decisión considere sus consecuencias (rango de spawn, límites,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Gesto: movimiento del dedo sobre la pantalla que el sistema interpreta como una orden.</a:t>
            </a:r>
          </a:p>
          <a:p>
            <a:r>
              <a:t>• Gestos del sistema: los que usa el sistema operativo (volver, ir al inicio, abrir notificaciones).</a:t>
            </a:r>
          </a:p>
          <a:p>
            <a:r>
              <a:t>• Descubribilidad: qué tan fácil es que el jugador encuentre una función sin que se la expliquen.</a:t>
            </a:r>
          </a:p>
          <a:p>
            <a:r>
              <a:t>Detalle: los gestos estándar son tocar, deslizar, arrastrar, mantener y pellizcar. No hay que redefinir los gestos del sistema. Un gesto inventado nunca debe ser la única forma de hacer algo importante (Apple), y las apps no deberían depender de gestos para funciones básicas (Android).</a:t>
            </a:r>
          </a:p>
          <a:p>
            <a:r>
              <a:t>Relacionarlo con descubribilidad: si un gesto no se ve, el jugador no lo encuentra; por eso los gestos propios se acompañan de una alternativa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Joystick virtual: control dibujado en pantalla que imita una palanca.</a:t>
            </a:r>
          </a:p>
          <a:p>
            <a:r>
              <a:t>• Háptica: vibraciones del teléfono usadas como respuesta al jugador.</a:t>
            </a:r>
          </a:p>
          <a:p>
            <a:r>
              <a:t>Detalle: el joystick virtual es familiar, pero no tiene tope físico y tapa la pantalla; el toque directo o el arrastre son precisos, pero el dedo cubre lo que se toca; Alto's Adventure se juega con un solo toque.</a:t>
            </a:r>
          </a:p>
          <a:p>
            <a:r>
              <a:t>Háptica: complementaria, consistente y desactivable. Recomendación de Android: entre una vibración molesta y ninguna, elegir ninguna. Que sea opcional también es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Accesibilidad: que el juego pueda jugarlo la mayor cantidad posible de personas, incluidas personas con discapacidad.</a:t>
            </a:r>
          </a:p>
          <a:p>
            <a:r>
              <a:t>• Discapacidad situacional: limitación temporal del contexto (por ejemplo, jugar con una mano en el colectivo).</a:t>
            </a:r>
          </a:p>
          <a:p>
            <a:r>
              <a:t>• Button mashing: tocar un botón muchas veces seguidas y rápido.</a:t>
            </a:r>
          </a:p>
          <a:p>
            <a:r>
              <a:t>Detalle: controles grandes y bien separados; una alternativa a cada gesto; háptica y efectos de pantalla desactivables; evitar la repetición rápida de toques; texto de 17 pt por defecto y 11 pt como mínimo en iOS.</a:t>
            </a:r>
          </a:p>
          <a:p>
            <a:r>
              <a:t>Accesible no es un extra: amplía quiénes pueden jugar y mejora la experiencia de todos. Estos puntos van al checklist del TP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Onboarding: la primera experiencia del jugador, en la que aprende a jugar.</a:t>
            </a:r>
          </a:p>
          <a:p>
            <a:r>
              <a:t>• Permiso: autorización que el sistema pide al usuario (cámara, notificaciones).</a:t>
            </a:r>
          </a:p>
          <a:p>
            <a:r>
              <a:t>Detalle: que se pueda jugar apenas termina la instalación; descarga inicial corta (Apple sugiere 30 minutos o menos); enseñar jugando, no con pantallas de texto; pedir permisos en el momento en que se necesitan.</a:t>
            </a:r>
          </a:p>
          <a:p>
            <a:r>
              <a:t>Tema importante pero no imprescindible: no profundizar en Play Asset Delivery; solo la idea de que el tamaño de descarga define qué entra en la primera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Resolución de referencia: tamaño de pantalla para el que se diseña la UI; el Canvas Scaler escala a partir de ese tamaño.</a:t>
            </a:r>
          </a:p>
          <a:p>
            <a:r>
              <a:t>Pasos: el Canvas del prefab Game está en Constant Pixel Size con referencia 800 × 600. Cambiarlo a Scale With Screen Size, elegir una resolución de referencia y comparar en el Device Simulator con dos teléfonos y una tablet. Después, leer Screen.safeArea y ver dónde cae el score.</a:t>
            </a:r>
          </a:p>
          <a:p>
            <a:r>
              <a:t>Hacerlo en una copia o rama del proyecto. Mostrar el antes y el después. Remarcar el orden: primero apareció el problema (slide 2), ahora 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Esquema de control: forma en que el jugador da órdenes (por ejemplo, joystick virtual + botón, o arrastrar + disparo automático).</a:t>
            </a:r>
          </a:p>
          <a:p>
            <a:r>
              <a:t>• Autodisparo: la nave dispara sola, sin que el jugador toque un botón.</a:t>
            </a:r>
          </a:p>
          <a:p>
            <a:r>
              <a:t>Consigna completa: diseñar dos esquemas (por ejemplo, joystick virtual + botón vs. arrastrar + autodisparo); boceto sobre una pantalla de teléfono con la safe area marcada (la plantilla de la slide); medidas en pt/dp y orientación elegida; comparación con cinco criterios: oclusión, precisión, una mano, accesibilidad y descubribilidad.</a:t>
            </a:r>
          </a:p>
          <a:p>
            <a:r>
              <a:t>Buena respuesta: decide la orientación sabiendo su efecto sobre el spawn, respeta 44 pt / 48 dp, no pone controles bajo la muesca, reconoce que el autodisparo cambia el game design (baja la habilidad requerida y cambia el balance) y ofrece una alternativa accesible.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Playtest de papel: prueba con personas usando un prototipo dibujado, antes de programar.</a:t>
            </a:r>
          </a:p>
          <a:p>
            <a:r>
              <a:t>• Cuello de botella: la parte del sistema que limita el rendimiento.</a:t>
            </a:r>
          </a:p>
          <a:p>
            <a:r>
              <a:t>• Métrica: valor que se mide (por ejemplo, el tiempo de frame).</a:t>
            </a:r>
          </a:p>
          <a:p>
            <a:r>
              <a:t>Consigna del playtest: dibujar el HUD a escala sobre la silueta del propio teléfono, sostenerlo y comprobar si se llega a todo y qué tapa el pulgar. Es barato y se hace con personas reales: la comodidad no se prueba en el editor.</a:t>
            </a:r>
          </a:p>
          <a:p>
            <a:r>
              <a:t>A4.6, situación completa: "60 fps al empezar, 35–40 fps a los 8 minutos en un teléfono de gama media; en el editor, 200 fps".</a:t>
            </a:r>
          </a:p>
          <a:p>
            <a:r>
              <a:t>Respuesta esperada: throttling térmico agravado por el overdraw de las partículas; medir el tiempo de frame a lo largo del tiempo y el estado térmico con el Profiler en el dispositivo; fijar 30 fps o un presupuesto del 65 % y reducir el overdraw. El editor y el Device Simulator no sirven para esto.</a:t>
            </a:r>
          </a:p>
          <a:p>
            <a:r>
              <a:t>Cierre: un buen layout no garantiza comodidad; eso lo dicen las personas. Verificar quién ya tiene la depuración USB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2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Diseñar para el pulgar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UI táctil, pantallas y accesibilidad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2 · v2 ·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¿Cuánto mide un dedo?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tamaño mínimo debería tener un botón?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Score bajo la cámara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Botón de inicio diminuto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pulgar tapa la acción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Hay mínimos oficiales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Buttons, Accessibility; Android — Make apps more accessible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453"/>
                <a:gridCol w="4394443"/>
                <a:gridCol w="319595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Plataforma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Tamaño mínimo táctil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44 × 44 pt (mínimo 28 × 28)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48 × 48 dp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 Developers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visionOS (referencia)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60 × 60 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DENSIDAD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pt, dp,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Designing UI for Multiple Resolutions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BAJA DENSIDAD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324612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Se ve grande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ALTA DENSIDAD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825" y="3371850"/>
            <a:ext cx="1074420" cy="2514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El mismo botón se ve chico (esquema, no a escala exacta)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px: puntos físicos de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pt y dp: independientes de la densidad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Unity: el Canvas Scaler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SAFE 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No todo el rectángulo es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Screen.safeArea; Android — Support display cutouts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6429" y="1280160"/>
            <a:ext cx="2238451" cy="46634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57869" y="1371600"/>
            <a:ext cx="2055571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49887" y="1371600"/>
            <a:ext cx="671535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37964" y="5669280"/>
            <a:ext cx="895380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67597" y="1737360"/>
            <a:ext cx="1836115" cy="374904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Zona segura (safe area)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608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608" y="553212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7052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Muescas, bordes y barras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Screen.safeArea en Unity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UI esencial adentro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ERGONOMÍA [RECICLADO 28/09]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llega el pulgar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Hoober, UXmatters 2013 (profesional); Activision blog CoD Mobile 2019; Epic — Fortnite mobile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zona tapa el pulgar que dispara?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Una mano, dos manos, acunado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agarre cambia todo el tiempo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editable: CoD Mobile, Fortnite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PANTALLA · ORIENTACIÓN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Vertical u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16 behavior changes; Unity 6.3 Android Player settings; código del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¿Asteroides es vertical u horizontal?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3655" y="1920240"/>
            <a:ext cx="3271393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7224" y="1627632"/>
            <a:ext cx="294425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6311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16:9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±8,9 unidades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7663" y="1920240"/>
            <a:ext cx="1035089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3080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7663" y="1627632"/>
            <a:ext cx="1035089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42752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2167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9:16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±2,8 unidades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3655" y="4855464"/>
            <a:ext cx="320040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51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dentro de la pantalla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4055" y="4855464"/>
            <a:ext cx="320040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55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fuera de la pantalla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3655" y="5120640"/>
            <a:ext cx="6766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Escala real: cámara ortográfica de tamaño 5; spawn en x ∈ [-8, 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234440"/>
            <a:ext cx="414497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 el campo de juego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Asteroides arranca en AutoRotation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Android 16 exceptúa a los juegos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Gestures; Android —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UN DEDO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01168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Deslizar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Arrastrar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448056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Gestos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DOS DEDOS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5615" y="324612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Pellizcar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Zoom y 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redefinir gestos del sistema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Gesto propio: nunca la única vía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depender de gestos (Android)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 ·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Sin botón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Playing haptics; Android — Haptics design principles; App Store — Alto's Adventure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Zach Gage — "Controls You Can Feel" (GDC 2012, 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Joystick virtual: tapa la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Toque directo: el dedo cubre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 dedo: Alto's Adventure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Háptica: opcional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ACCESIBILIDAD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Accesibilidad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Game Accessibility Guidelines (nivel básico); Apple HIG — Accessibility, Designing for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Controles grandes y separados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Alternativa a cada gesto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Háptica y efectos desactivables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Sin toques repetidos rápidos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Texto legible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ONBOARDING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primera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Designing for games; Apple GameKit — juegos con descargas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Jugar apenas se instala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Descarga inicial corta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Enseñar jugando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Permisos cuando hacen falta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escalar la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Unity 6.3 — Screen.safeArea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Unity — "Input System Mobile controls" (opcional, de tarea)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Canvas: Constant Pixel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Cambiar a Scale With Screen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en el Device Simulator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Leer Screen.safeArea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A4.3 — Dos esquemas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Elijan uno y justifíquenlo con dos fuentes.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103" y="1280160"/>
            <a:ext cx="1975104" cy="41148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9543" y="1371600"/>
            <a:ext cx="1792224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9389" y="1371600"/>
            <a:ext cx="592531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90634" y="5120640"/>
            <a:ext cx="790041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9271" y="1737360"/>
            <a:ext cx="1572768" cy="320040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Plantilla: dibujen acá su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49834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7052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Dos esquemas de control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Boceto con safe area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Medidas en pt/dp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con 5 criterios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PLAYTEST DE PAPEL · 15 MIN + A4.6 · 15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Probalo con tu mano · A4.6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¿Cuello de botella, métrica, herramienta? ¿Qué NO sirve?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a escala sobre tu teléfono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¿Llegás a todo?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A4.6: 60 fps → 35 fps a los 8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