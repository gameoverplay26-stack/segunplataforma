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Recordar de dónde venimos: la Clase 1 fue la máquina. Hoy: las manos y la pantalla.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que propongan números en píxeles y mostrar que la respuesta en píxeles no sirve (la siguiente slide). Recuperar el supuesto S6 de la Clase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 números verificables: convierten "botón cómodo" en un criterio de prueba. Las unidades no son píxeles (siguiente slide). Comentar que Apple también fija texto de 17 pt por defecto y 11 pt mínimo para juegos en iOS (HIG Designing for games).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hace falta la fórmula de conversión. La idea: diseñar en unidades independientes de la densidad y dejar que el motor escale. Modos del Canvas Scaler: Constant Pixel Size, Scale With Screen Size, Constant Physical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Dato: en Android 15+, Unity ignora la opción "Render Outside Safe Area" porque el sistema impone edge-to-edge. Por eso hay que leer safeArea y no confiar en que el sistema deje márgenes. Android permite simular un cutout desde las opciones de desarrollador: útil en la Clase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Hoober es una fuente profesional, no académica, y tiene más de una década: decirlo. Sirve como disparador, no como norma. El HUD editable es una respuesta de diseño a la diversidad de manos y de teléfonos.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hay una respuesta correcta única: vertical favorece una mano; horizontal favorece el campo de visión y dos pulgares. Lo que se evalúa es que la decisión considere sus consecuencias (rango de spawn, límites, HUD).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Relacionar con descubribilidad: si un gesto no se ve, el jugador no lo encuentra. Por eso los gestos custom se acompañan de una alternativa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Recomendación de Android sobre háptica: entre una vibración molesta y ninguna, elegir ninguna. Que la háptica sea siempre opcional es también accesibilidad.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Accesible no es un extra: amplía quiénes pueden jugar y mejora la experiencia de todos (jugar con una mano en el colectivo es una discapacidad situacional). Estos puntos van al checklist del TP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Tema importante pero no imprescindible: no profundizar en Play Asset Delivery; solo la idea de que el tamaño de descarga define qué entra en la primera sesión.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Hacerlo en una copia o rama del proyecto. Mostrar el antes y el después. Remarcar el orden: primero apareció el problema (slide 2), ahora la herramienta.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Buena respuesta: decide la orientación sabiendo su efecto sobre el spawn, respeta 44 pt / 48 dp, no pone controles bajo el notch, reconoce que el autodisparo cambia el game design (baja la habilidad requerida, cambia el balance) y ofrece una alternativa accesible.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playtest de papel es barato y se hace con personas reales: la comodidad no se prueba en el editor. A4.6, respuesta esperada: throttling térmico agravado por overdraw de partículas; medir frame time en el tiempo y estado térmico con el Profiler en el dispositivo; fijar 30 fps o un presupuesto del 65 % y reducir el overdraw. El editor y el Device Simulator no sirven para esto. Cierre de la clase: un buen layout no garantiza comodidad, eso lo dicen las personas. Verificar quién ya tiene la depuración USB funcionando.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6979615" cy="32918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1400" b="1" i="0">
                <a:solidFill>
                  <a:srgbClr val="99F6E4"/>
                </a:solidFill>
                <a:latin typeface="Calibri"/>
              </a:rPr>
              <a:t>UNIDAD IV · CLASE 2 DE 4</a:t>
            </a:r>
          </a:p>
          <a:p>
            <a:r>
              <a:rPr sz="4000" b="1" i="0">
                <a:solidFill>
                  <a:srgbClr val="FFFFFF"/>
                </a:solidFill>
                <a:latin typeface="Calibri"/>
              </a:rPr>
              <a:t>Diseñar para el pulgar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CBD5E1"/>
                </a:solidFill>
                <a:latin typeface="Calibri"/>
              </a:rPr>
              <a:t>UI táctil, pantallas y accesibilidad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CBD5E1"/>
                </a:solidFill>
                <a:latin typeface="Calibri"/>
              </a:rPr>
              <a:t>Diseño según Plataformas de Juego · FI – UNJu ·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56855" y="1188720"/>
            <a:ext cx="3931920" cy="329184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[IMAGEN SUGERIDA]</a:t>
            </a:r>
          </a:p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Mano sosteniendo un teléfono, con el arco de alcance del pulgar dibujado.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CBD5E1"/>
                </a:solidFill>
                <a:latin typeface="Calibri"/>
              </a:rPr>
              <a:t>Unidad IV · Clase 2 ·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APERTURA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¿Cuánto mide un dedo?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¿Qué tamaño mínimo debería tener un botón para un dedo? ¿Cómo lo sabríamos?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56855" y="1234440"/>
            <a:ext cx="3931920" cy="420624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[IMAGEN SUGERIDA]</a:t>
            </a:r>
          </a:p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HUD de Asteroides en un teléfono con notch: score tapado y botón de inicio diminuto.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697961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El score de Asteroides queda bajo la cámara frontal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El botón de inicio, diseñado para un mouse, es diminuto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Y el pulgar tapa justo la zona por donde caen los asteroides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UI TÁCTIL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Hay mínimos oficiales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Apple HIG — Buttons, Accessibility; Android — Make apps more accessible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8585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Separar los controles: ~12 pt con borde visible, ~24 pt sin borde (HIG)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28800"/>
          <a:ext cx="1118585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6590"/>
                <a:gridCol w="4494316"/>
                <a:gridCol w="3994948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Plataforma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Tamaño mínimo de objetivo táctil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Fuente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iOS (Apple HIG)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44 × 44 pt (mínimo absoluto 28 × 28 pt)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HIG Buttons / Accessibility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Android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48 × 48 dp — "Larger is even better"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Android Developers — accessibility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visionOS (referencia)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60 × 60 pt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HIG Buttons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UI TÁCTIL · DENSIDAD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pt, dp, 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uGUI 2.0 — Canvas Scaler; Designing UI for Multiple Resolutions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56855" y="1234440"/>
            <a:ext cx="3931920" cy="475488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[IMAGEN SUGERIDA]</a:t>
            </a:r>
          </a:p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El mismo botón de 100 px dibujado en dos teléfonos de distinta densidad, uno grande y uno chico.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697961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px: puntos físicos de la pantalla; cambian de un teléfono a otro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pt (Apple) y dp (Android): unidades independientes de la densidad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El mismo botón de 100 px es grande en un teléfono viejo y diminuto en uno de alta densidad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En Unity: el Canvas Scaler decide cómo escala la UI (Asteroides usa Constant Pixel Size)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UI TÁCTIL · SAFE AREA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No todo el rectángulo es tuyo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— Screen.safeArea; Android — Support display cutouts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56855" y="1234440"/>
            <a:ext cx="3931920" cy="475488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[IMAGEN SUGERIDA]</a:t>
            </a:r>
          </a:p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Teléfono con notch y barra de gestos, con la safe area sombreada en verde.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697961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Muescas, cámaras perforadas, bordes curvos, barras de gestos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Screen.safeArea: el rectángulo donde la UI está a salvo (en píxeles)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Android 15 con target SDK 35: el contenido va de borde a borde, obligatoriamente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La UI esencial va dentro de la safe area; el fondo puede salir de ella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ERGONOMÍA [RECICLADO 28/09]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Dónde llega el pulgar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Hoober, UXmatters 2013 (profesional); Activision blog CoD Mobile 2019; Epic — Fortnite mobile development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En Asteroides, ¿qué zona de la pantalla tapa el pulgar que dispara?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56855" y="1234440"/>
            <a:ext cx="3931920" cy="420624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[IMAGEN SUGERIDA]</a:t>
            </a:r>
          </a:p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HUD táctil con las zonas de los pulgares superpuestas en semitransparente.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234440"/>
            <a:ext cx="697961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Observación de Hoober (2013, 1.333 personas): 49 % una mano, 36 % acunado, 15 % dos manos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Los jugadores cambian de agarre todo el tiempo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Advertencia: dato de 2013, con teléfonos más chicos que los actuales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CoD Mobile y Fortnite permiten mover y redimensionar los controles del HUD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PANTALLA · ORIENTACIÓN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Vertical u horizontal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Android 16 behavior changes; Unity 6.3 Android Player settings; Screen.orientation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¿Asteroides es un juego vertical o horizontal? Justifiquen.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56855" y="1234440"/>
            <a:ext cx="3931920" cy="420624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[IMAGEN SUGERIDA]</a:t>
            </a:r>
          </a:p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El mismo nivel de Asteroides en vertical y en horizontal, con el área visible marcada.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234440"/>
            <a:ext cx="697961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Cambiar la orientación cambia el campo de juego (S4/S5 de la Clase 1)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Asteroides arranca en AutoRotation: gira solo si el jugador gira el teléfono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Android 16 ignora las restricciones de orientación en pantallas grandes… salvo en juegos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Unity 6.3 marca Application Category = Game por defecto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INTERACCIÓN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Gestos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Apple HIG — Gestures; Android — accessibility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7756855" y="1234440"/>
            <a:ext cx="3931920" cy="475488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[IMAGEN SUGERIDA]</a:t>
            </a:r>
          </a:p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Íconos de los cinco gestos estándar.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697961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Gestos estándar: tocar, deslizar, arrastrar, mantener, pellizcar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No redefinir los gestos del sistema (volver, inicio, notificaciones)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Un gesto inventado nunca debe ser la única forma de hacer algo importante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Las apps no deberían depender de gestos para funciones básicas (Android)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INTERACCIÓN · TÁCTIL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Sin botón físico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Apple HIG — Playing haptics; Android — Haptics design principles; App Store — Alto's Adventure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VIDEO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Zach Gage — "Controls You Can Feel" (GDC 2012, GDC Vault, gratuito). Fragmento a definir por la docente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Joystick virtual: familiar, pero sin tope físico y tapa la pantalla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Toque directo o arrastre: preciso, pero el dedo cubre lo que se toca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Un dedo: Alto's Adventure juega con un solo toque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Háptica: complementaria, consistente y desactivable ("menos es más")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ACCESIBILIDAD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Accesibilidad móvil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Game Accessibility Guidelines (nivel básico); Apple HIG — Accessibility, Designing for games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858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Controles grandes y bien separados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Alternativa a cada gesto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Háptica y efectos de pantalla desactivables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Evitar la repetición rápida de toques (button mashing)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Texto legible: 17 pt por defecto, 11 pt mínimo en iOS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ONBOARDING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La primera sesión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Apple HIG — Designing for games; Apple GameKit — juegos con descargas grandes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858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Que se pueda jugar apenas termina la instalación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Descarga inicial corta (Apple sugiere 30 minutos o menos)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Enseñar jugando, no con pantallas de texto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Pedir permisos en el momento en que se necesitan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DEMO EN VIVO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Demo: escalar la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uGUI 2.0 — Canvas Scaler; Unity 6.3 — Screen.safeArea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VIDEO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Unity — "Input System in Unity 6 (3/7): Input System Mobile controls" (opcional, de tarea)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Canvas del prefab Game: Constant Pixel Size, referencia 800 × 600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Cambiar a Scale With Screen Size y elegir una resolución de referencia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Comparar en el Device Simulator con dos teléfonos y una tablet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Leer Screen.safeArea y ver dónde cae el score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ACTIVIDAD · 25 MIN · GRUPOS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Actividad A4.3 — Dos esquemas de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13/14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ACTIVIDAD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Elijan uno y justifíquenlo con al menos dos fuentes de la clase.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56855" y="1234440"/>
            <a:ext cx="3931920" cy="420624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[IMAGEN SUGERIDA]</a:t>
            </a:r>
          </a:p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Plantilla de pantalla de teléfono vacía, con la safe area marcada.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697961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Diseñen dos esquemas: por ejemplo, joystick virtual + botón vs. arrastrar + autodisparo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Boceto sobre una pantalla de teléfono con la safe area marcada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Medidas en pt/dp y orientación elegida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Comparación: oclusión, precisión, una mano, accesibilidad, descubribilidad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PLAYTEST DE PAPEL · 15 MIN + A4.6 · 15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Probalo con tu mano · A4.6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14/14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¿Cuello de botella, métrica, herramienta, estrategia? ¿Qué herramienta NO sirve?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Dibujen su HUD a escala sobre la silueta de su propio teléfono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Sostengan el teléfono: ¿llegan a todo? ¿Qué tapa el pulgar?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A4.6: "60 fps al empezar, 35–40 fps a los 8 minutos; en el editor, 200 fps"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