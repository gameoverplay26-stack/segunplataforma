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unidad como continuación directa del panorama del 28/09: ese día recorrimos todas las plataformas; desde hoy y durante cuatro clases nos quedamos en el bolsillo del jugador. No anticipar contenidos: la clase arranca con un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discutan 3–4 minutos. Respuesta esperada: al menos tres problemas de distinta naturaleza (calor/rendimiento sostenido, batería, interrupción del sistema operativo). Ninguno aparece en el editor y ninguno es un error de lógica en sentido estricto: son supuestos de PC que el juego trae. Esa es la idea de toda la unidad. No dar todavía las explicaciones; anotarlas en el pizarrón para volver a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Recuperar, no repetir. Preguntar quién recuerda el diagrama de tres capas (dispositivo → intención → nave). Hoy vamos a ver por qué cada una de estas viñetas es en realidad una restricción de diseño, con números y fuentes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Remarcar los verbos: explicar, detectar, diseñar, defender, decidir. La unidad no evalúa memorizar especificaciones sino tomar decisiones justificadas. El TP 3 recorre las cinco.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dar arquitectura de hardware: alcanza con la idea de que todo comparte energía y calor. La documentación de Android (ADPF) menciona explícitamente la diversidad de topologías de núcleos y los relojes dinámicos como complejidades propias del móvil. Pregunta rápida: ¿qué pasa con la GPU si la CPU se calienta? (comparten el presupuesto térmico).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 de Arm para leer en voz alta: "Overdraw causes excess memory bandwidth use" y "Excess memory bandwidth use causes excess power use". Llegar solo hasta acá: no explicar el pipeline de la GPU. Conectar con Asteroides: la explosión de la nave usa partículas con transparencia, candidato a medir en la Clase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el concepto más importante de la clase. Respuesta esperada a la pregunta: medir durante un tiempo largo (10+ min), registrar el frame time y no solo el promedio, y hacerlo en un dispositivo de gama baja. Android ofrece getThermalHeadroom e iOS thermalState para que el juego reaccione; Unity 6.3 tiene Adaptive Performance como módulo integrado. Solo mencionarlos.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la página de targetFrameRate y leer la frase. Preguntar: ¿qué juegos necesitan 60 fps y cuáles no? (acción rápida vs. puzzle/estrategia). Android recomienda además igualar la frecuencia de refresco de la pantalla al fps objetivo (frame pacing). En Asteroides esto es el supuesto S12.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 de Android para leer: los callbacks de trim "haven't been helpful at preventing low-memory kills". Esto corrige un mito frecuente. El punto de diseño: si el sistema puede matar el proceso, el juego tiene que poder retomarse; y si no puede, al menos no castigar al jugador.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escribir código todavía: eso se hace en la Clase 3 con el defecto deliberado. Solo mostrar que el motor avisa y que el juego base no escucha. Anticipar: ¿alcanza con escuchar el aviso? No, porque si el sistema mata el proceso, no se llama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 esperadas (detalle en 05, A4.1): 1 ciclo de vida/LMK → QA manual en dispositivo; 2 térmica → rendimiento sostenido en dispositivo; 3 safe area → Device Simulator + dispositivo; 4 escalado de UI → Device Simulator con varios perfiles; 5 fps/energía → medición en dispositivo; 6 el emulador no representa rendimiento → Profiler en gama baja. Error típico a corregir: proponer un unit test para 2, 3 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la página oficial del Device Simulator y leer la lista de lo que NO simula antes de usarlo: la herramienta llega con sus límites. Mostrar Application Category = Game (por defecto en Unity 6.3: exime a los juegos del cambio de Android 16 que ignora la orientación en pantallas grandes). Confirmar en vivo el supuesto de que la cámara está centrada en x = 0. No revelar todavía el problema del spawn: lo descubren en A4.2.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respuesta completa es la tabla S1–S13 de 02-caso-practico. Para aprobar alcanza con S1 (teclado), S3/S4/S5 (límites, cámara, spawn), S6 (Canvas en Constant Pixel Size) y S8 (sin pausa). Pistas si se traban: "¿qué pasa con la cámara si la pantalla es más angosta que alta?".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Mostrarlo en el Device Simulator. Es el hallazgo que distingue un análisis profundo: ningún archivo tiene un error por sí solo, el problema aparece en la combinación cámara + spawner + orientación. Conectar con testing de integración de la U3: es un defecto de integración con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límite de la herramienta, no con la herramienta. Recordar la tarea técnica: sin ella la Clase 4 no se puede hacer. Pasos de la depuración USB: tocar 7 veces "Número de compilación" y activar "Depuración USB" en Opciones de desarrollador.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697961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1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Diseño según Plataforma Móvil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Un teléfono no es una PC chica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Ing. Elsa Daniela Ramírez · FI – UNJu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56855" y="1188720"/>
            <a:ext cx="3931920" cy="32918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Teléfono en vertical con Asteroides corriendo, sostenido con una mano.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1 ·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El juego que anda… hasta que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¿Cuántos problemas distintos hay acá? ¿Alguno es un "bug" del código?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Captura del juego con tres íconos superpuestos: termómetro, batería baja y llamada entrante.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la PC del aula, Asteroides funciona perfecto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un teléfono, a los 10 minutos empieza a trabarse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teléfono quema en la mano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Entra una llamada, volvés… y la nave ya explotó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CONTINUIDAD [RECICLADO 28/09]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ya vimos el 28/09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diseno-plataformas/clases/2026-09-28-integracion-y-plataformas/Clase2-Plataformas.pptx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Miniaturas de las slides 8 (móvil) y 12 (intención vs. dispositivo) de la clase del 28/09.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Táctil: sin respuesta física del botón, los dedos tapan la pantalla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Pantallas muy variadas: muescas, bordes, zonas seguras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Batería y temperatura: si el equipo se calienta, baja el rendimiento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Interrupciones: llamadas, notificaciones, cambio de app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Separar QUÉ quiere hacer el jugador de CÓMO lo pide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OBJETIVOS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Al terminar la unidad podrán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Explicar por qué el rendimiento sostenido, la memoria y la batería condicionan el diseño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Detectar en un juego existente los supuestos de PC que fallan en móvil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Diseñar controles y HUD táctiles con medidas verificables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Elegir y defender un modelo de monetización con sus reglas y su ética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Decidir qué se prueba en el editor y qué exige un teléfono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LA MÁQUINA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Adentro del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Developers — ADPF; Arm GPU Best Practices §2.3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Diagrama de bloques: SoC del teléfono (CPU+GPU+memoria juntos) vs. PC (CPU, GPU dedicada y RAM separadas, con ventiladores).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CPU, GPU y memoria viven en un mismo chip (SoC)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Comparten la energía de la batería y el calor que generan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Núcleos heterogéneos y relojes que cambian en tiempo real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hay ventilador: el calor se disipa por la carcasa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LA MÁQUINA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Por qué dibujar dos veces cuesta más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— Tailor your apps for Apple GPUs and TBDR; Arm GPU Best Practices §2.3, p.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Pantalla dividida en tiles; en un tile, varias capas de partículas superpuestas sobre el mismo píxel.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Las GPU móviles dibujan la pantalla por tiles (TBDR)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Leer y escribir memoria consume ancho de banda… y batería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Overdraw: el mismo píxel pintado varias veces (transparencias, partículas)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Por eso una explosión con muchas partículas pesa más en un teléfono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LA MÁQUINA · CONCEPTO CLAVE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Pico vs. sostenido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e-book Optimize… mobile, XR and web (Unity 6), p. 19; Android Thermal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WWDC19 sesión 422 (Apple), fragmento 19:40–31:00 — tarea para la casa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02920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502920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¿Cómo medirían que un juego es "estable" en un teléfono?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56855" y="1234440"/>
            <a:ext cx="3931920" cy="365760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Gráfico de fps en el tiempo que cae a los 8 minutos, superpuesto a una curva de temperatura que sube.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234440"/>
            <a:ext cx="69796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Calor → throttling → la CPU/GPU baja su frecuencia → caen los fps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Lo que importa es el fps del minuto 10, no el del minuto 1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Unity recomienda usar ~65 % del tiempo de frame: ~22 ms a 30 fps, ~11 ms a 60 fps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Motivo oficial: "Most mobile devices do not have active cooling"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LA MÁQUINA · BATERÍA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30 fps no es un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Scripting API — Application.targetFrameRate; Android — Optimize power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En Android e iOS, por defecto Unity renderiza a 30 fps fijos "to conserve battery power"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60 fps duplica el trabajo por segundo: más calor, menos batería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Elegir el fps es una decisión de diseño, no un detalle técnico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Asteroides no define targetFrameRate: nadie tomó la decisión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LA MÁQUINA · CICLO DE VIDA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El sistema operativo 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— Low memory killers (2026-09-21); Apple — applicationDidReceiveMemoryWarning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Diagrama de estados: activa → segundo plano → terminada, con una llamada entrante como disparador.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Cuando el jugador sale de la app, el juego pasa a segundo plano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Si falta memoria, el sistema operativo cierra procesos en segundo plano (Android: Low Memory Killer; iOS: terminación)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Corrección frecuente: onTrimMemory no "evita" el cierre (Android lo declara deprecado salvo dos niveles)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Conclusión de diseño: el juego puede morir sin aviso → guardar estado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LA MÁQUINA · UNITY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Qué hace Unity con 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Scripting API — MonoBehaviour.OnApplicationPause / OnApplicationFocus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OnApplicationPause(bool): la app pasa a segundo plano o vuelve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OnApplicationFocus(bool): la app pierde o recupera el foco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En Android, abrir el teclado en pantalla dispara OnApplicationFocus(false)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Asteroides no implementa ninguno de los dos (supuesto S8)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15 MIN · PAREJAS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A4.1 — Diagnóstico de síntomas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Completen la tabla. Una restricción por fila, sin repetir "el teléfono es lento".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1949050"/>
                <a:gridCol w="2542239"/>
                <a:gridCol w="296594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Reporte del jugador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¿Qué restricción?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¿Qué evidencia pedirías?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¿Qué prueba lo detecta antes?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Se cerró al volver de WhatsApp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 los 10 min se traba y quema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El botón de pausa queda bajo la cámara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En la tablet el score es diminuto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Sin batería en media hora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En el emulador anda, en mi teléfono no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el simulador y sus límites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Manual — Device Simulator introduction; Android Player 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Device Simulator con Asteroides en vertical y los asteroides apareciendo fuera de pantalla.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Player Settings de Android: Application Category = Game, orientación, API mínima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Device Simulator: safe area, rotación y toque de un dedo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Lo que NO simula: rendimiento, memoria, capacidades de render, giroscopio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Probar Asteroides en un perfil de teléfono en vertical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25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A4.2 — ¿Qué supuestos de PC trae el juego?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Listen al menos 5 supuestos que dejan de valer en un teléfono: dónde están (archivo:línea), qué pasaría y a qué eje pertenecen (input, pantalla, UI, ciclo de vida, rendimiento).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6855" y="1234440"/>
            <a:ext cx="3931920" cy="420624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Fragmento de Ship.cs 61–73 con las tres llamadas a Input.GetKey resaltadas.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697961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Ship.cs líneas 61–73: el control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Ship.cs líneas 46–47 y 99–115: los límites de la nave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Spawner.cs líneas 101–106: dónde nacen los asteroides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Prefab Game: Canvas (modo de escala) y cámara (ortográfica, tamaño 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PUESTA EN COMÚN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encontramos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(Spawner.cs:101-106; prefab Game, Camera)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6855" y="1234440"/>
            <a:ext cx="3931920" cy="4754880"/>
          </a:xfrm>
          <a:prstGeom prst="rect">
            <a:avLst/>
          </a:prstGeom>
          <a:solidFill>
            <a:srgbClr val="F3F4F6"/>
          </a:solidFill>
          <a:ln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[IMAGEN SUGERIDA]</a:t>
            </a:r>
          </a:p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Dos capturas lado a lado, 16:9 y 9:16, con el rango de spawn [−8, 8] marcado sobre cada una.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697961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Cámara ortográfica de tamaño 5: el semiancho visible es 5 × aspect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 16:9 se ven ≈ 8,9 unidades a cada lado; en vertical 9:16, ≈ 2,8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El Spawner crea asteroides en x ∈ [−8, 8] (coordenadas de mundo)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En vertical, la mayoría de los asteroides nace fuera de pantalla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No hay error de lógica: hay un supuesto de plataforma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CIERRE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Qué no resuelve esto · TP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1 · Un teléfono no es una PC chica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Manual — Android environment setup; Android — Configure on-device developer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El simulador encontró el problema de la pantalla, pero no mide calor ni batería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Eso lo vamos a medir en sus teléfonos, en la Clase 4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TP 3: Dossier de plataforma — Asteroides móvil (consigna en el aula virtual)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Tarea: instalar Android Build Support en Unity 6000.3.11f1 y activar la depuración USB en su teléfono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