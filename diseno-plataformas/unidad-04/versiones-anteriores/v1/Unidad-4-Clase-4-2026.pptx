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Clase 100 % práctica. Antes de empezar, verificar cables, depuración USB y Android Build Support instalado.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 anoten su predicción: sirve para contrastar al final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primera build tarda: prever ese tiempo. Si un teléfono no aparece, revisar el cable (de datos, no solo de carga) y aceptar el diálogo de depuración en el teléfono.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Normalizar el plan B: en la industria también fallan las builds. Lo importante es documentar qué quedó sin medir.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Advertencia honesta: Asteroides es liviano y lo más probable es que ande bien en casi cualquier teléfono. Si la medición no muestra problemas, la respuesta correcta es decirlo con los datos. El objetivo es aprender a formular y medir hipótesis.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Conclusión esperada: el número del editor no predice el del teléfono. Retomar el caso A4.6 de la Clase 2 (200 fps en el editor).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formato de caso de prueba de la U2 (esperado vs. real). Si los grupos todavía no corrigieron el defecto, probar la versión con defecto: el resultado real va a contradecir al esperado, y eso es un hallazgo.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esperada: los tests protegen la regla y el adaptador ante regresiones; el QA manual comprueba que el sistema operativo dispare los callbacks y qué pasa cuando se cierra el proceso. Es la frontera entre automatización y hardware real, la misma de la U3 aplicada a la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esperada: no. Es una muestra de conveniencia que no representa al mercado; faltan gamas, fabricantes, versiones de Android y tablets. Por eso existen las granjas de dispositivos y Android vitals. Igual es evidencia real y vale más que el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criterios de coevaluación son una versión reducida de la rúbrica del TP 3 (ver 05). La entrega final del dossier se sube al aula virtual.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puente: en consola, el fabricante certifica el juego antes de publicarlo (Microsoft publica sus requisitos; Sony y Nintendo, no). Idea transversal de las unidades IV a VII: ¿quién pone el límite?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85855" cy="3291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400" b="1" i="0">
                <a:solidFill>
                  <a:srgbClr val="99F6E4"/>
                </a:solidFill>
                <a:latin typeface="Calibri"/>
              </a:rPr>
              <a:t>UNIDAD IV · CLASE 4 DE 4 · PRÁCTICA EN DISPOSITIVO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Asteroides en tu bolsillo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Build, medición y QA manual en sus teléfonos Android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Diseño según Plataformas de Juego · FI – UNJu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BD5E1"/>
                </a:solidFill>
                <a:latin typeface="Calibri"/>
              </a:rPr>
              <a:t>Unidad IV · Clase 4 ·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APERTURA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¿Qué no sabemos todavía?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¿Qué esperan que cambie entre el editor y su teléfono?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56855" y="1234440"/>
            <a:ext cx="3931920" cy="420624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Editor de Unity a la izquierda, teléfono a la derecha, un signo de pregunta entre ambos.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697961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Todo lo que probamos fue en el editor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La columna "qué no demuestra" de A4.4 sigue abierta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Hoy: ¿cómo se comporta el juego en un teléfono real?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 + GRUPOS · 20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 la PC al teléfono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Build your application for Android; Collect performance data on a target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56855" y="1234440"/>
            <a:ext cx="3931920" cy="475488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Ventana de Build Profiles de Android con Development Build y Autoconnect Profiler marcados.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697961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Build Profiles, Android: Development Build + Autoconnect Profiler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Conectar el teléfono por USB con la depuración activada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Build and Run: se instala y se abre en el teléfono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Primero lo hace la docente; después cada grupo con el teléfono de un integrante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GESTIÓN DE RIESGO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Plan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Si la build falla en la máquina del grupo: instalar el APK de la docente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Se pierde: el Profiler conectado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No se pierde: el QA manual de interrupciones ni la matriz de compatibilidad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Lo que no se pudo medir se declara en el dossier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MEDICIÓN · 20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Medir, no opinar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Profiling on a target device; e-book Unity 6, p.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Capturen el Profiler y anoten los valores para el dossier.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56855" y="1234440"/>
            <a:ext cx="3931920" cy="420624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Profiler conectado a un teléfono, con un pico de GC marcado en la línea de tiempo.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34440"/>
            <a:ext cx="697961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H1: ¿cada disparo (Instantiate del láser) genera picos de GC? Métrica: GC Alloc por frame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H2: ¿el juego sostiene el fps durante 10 minutos? Métrica: frame time a lo largo del tiempo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Registren modelo de teléfono, versión de Android y temperatura percibida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COMPARAR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Editor vs. teléfono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Completen la tabla con sus mediciones.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2319"/>
                <a:gridCol w="3336132"/>
                <a:gridCol w="274740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Medición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Editor (PC)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Teléfono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fps promedio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Frame time máximo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GC Alloc por disparo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fps a los 10 minutos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QA MANUAL · 20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Interrumpir a propósito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OnApplicationPause / OnApplicationFocus; Android — activity lifecycle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3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49"/>
                <a:gridCol w="4360587"/>
                <a:gridCol w="3886610"/>
                <a:gridCol w="1895907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Caso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Acción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Resultado esperado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Resultado real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QA-01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Llamada o alarma durante la partida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El juego se pausa y espera un toque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QA-02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Botón de inicio y volver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Pausado, sin daño a la nave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QA-03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Bloquear y desbloquear la pantalla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Pausado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QA-04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Abrir el teclado en pantalla (si aplica)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Documentar qué pasa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QA-05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Cierre forzado y reabrir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Documentar qué se pierde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LÍMITES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el test automático no vio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¿Qué parte de la pausa protegen los tests y qué parte solo protege el QA manual?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¿Coinciden los tests del editor (A4.4) con el QA manual?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¿Apareció algo solo en el teléfono?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¿Qué caso no se puede automatizar en esta materia?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COMPATIBILIDAD · 15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matriz del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e-book (probar en gama mínima y máxima, p. 20); Android vitals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¿Alcanzan nuestros teléfonos para afirmar "anda en Android"?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34440"/>
          <a:ext cx="11185852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27"/>
                <a:gridCol w="1157157"/>
                <a:gridCol w="1253587"/>
                <a:gridCol w="867868"/>
                <a:gridCol w="1542876"/>
                <a:gridCol w="1542876"/>
                <a:gridCol w="3760761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RAM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Resolución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fps medido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¿Asteroides visibles en vertical?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DEFENSA · 3 MIN POR GRUPO · COEVALUACIÓN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Defensa del TP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85855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Una decisión de plataforma: contexto, opciones, decisión, consecuencias</a:t>
            </a:r>
          </a:p>
          <a:p>
            <a:pPr>
              <a:spcAft>
                <a:spcPts val="8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La evidencia del teléfono que la respalda (o la contradice)</a:t>
            </a:r>
          </a:p>
          <a:p>
            <a:pPr>
              <a:spcAft>
                <a:spcPts val="8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Lo que quedó sin probar, dicho explícitamente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834640"/>
          <a:ext cx="1118585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676"/>
                <a:gridCol w="455017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Criterio de coevaluación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Sí / En parte / No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La decisión está justificada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Hay evidencia del dispositivo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Se declaran los límites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CIERRE DE UNIDAD · PUENTE A UNIDAD V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En móvil, el límite lo pone el dispositivo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Si Asteroides fuera a una consola, ¿quién decidiría si está listo para publicarse?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56855" y="1234440"/>
            <a:ext cx="3931920" cy="420624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Un teléfono que se transforma en un gamepad frente a una TV.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697961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Móvil: energía, calor, memoria, pantalla táctil, interrupciones y reglas de tienda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Lo que el editor no muestra, lo muestra el teléfono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Próxima unidad, consolas: el límite lo pone el fabricante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