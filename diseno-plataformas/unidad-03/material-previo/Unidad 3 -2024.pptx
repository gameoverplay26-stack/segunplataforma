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3.xml" ContentType="application/vnd.openxmlformats-officedocument.presentationml.slideMaster+xml"/>
  <Override PartName="/ppt/slideMasters/slideMaster21.xml" ContentType="application/vnd.openxmlformats-officedocument.presentationml.slideMaster+xml"/>
  <Override PartName="/ppt/slideMasters/slideMaster4.xml" ContentType="application/vnd.openxmlformats-officedocument.presentationml.slideMaster+xml"/>
  <Override PartName="/ppt/slideMasters/slideMaster22.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23.xml" ContentType="application/vnd.openxmlformats-officedocument.presentationml.slideMaster+xml"/>
  <Override PartName="/ppt/slideMasters/slideMaster7.xml" ContentType="application/vnd.openxmlformats-officedocument.presentationml.slideMaster+xml"/>
  <Override PartName="/ppt/slideMasters/slideMaster24.xml" ContentType="application/vnd.openxmlformats-officedocument.presentationml.slideMaster+xml"/>
  <Override PartName="/ppt/slideMasters/slideMaster8.xml" ContentType="application/vnd.openxmlformats-officedocument.presentationml.slideMaster+xml"/>
  <Override PartName="/ppt/slideMasters/slideMaster25.xml" ContentType="application/vnd.openxmlformats-officedocument.presentationml.slideMaster+xml"/>
  <Override PartName="/ppt/slideMasters/slideMaster9.xml" ContentType="application/vnd.openxmlformats-officedocument.presentationml.slideMaster+xml"/>
  <Override PartName="/ppt/slideMasters/slideMaster26.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_rels/slideMaster40.xml.rels" ContentType="application/vnd.openxmlformats-package.relationships+xml"/>
  <Override PartName="/ppt/slideMasters/_rels/slideMaster1.xml.rels" ContentType="application/vnd.openxmlformats-package.relationships+xml"/>
  <Override PartName="/ppt/slideMasters/_rels/slideMaster22.xml.rels" ContentType="application/vnd.openxmlformats-package.relationships+xml"/>
  <Override PartName="/ppt/slideMasters/_rels/slideMaster41.xml.rels" ContentType="application/vnd.openxmlformats-package.relationships+xml"/>
  <Override PartName="/ppt/slideMasters/_rels/slideMaster2.xml.rels" ContentType="application/vnd.openxmlformats-package.relationships+xml"/>
  <Override PartName="/ppt/slideMasters/_rels/slideMaster20.xml.rels" ContentType="application/vnd.openxmlformats-package.relationships+xml"/>
  <Override PartName="/ppt/slideMasters/_rels/slideMaster42.xml.rels" ContentType="application/vnd.openxmlformats-package.relationships+xml"/>
  <Override PartName="/ppt/slideMasters/_rels/slideMaster3.xml.rels" ContentType="application/vnd.openxmlformats-package.relationships+xml"/>
  <Override PartName="/ppt/slideMasters/_rels/slideMaster21.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23.xml.rels" ContentType="application/vnd.openxmlformats-package.relationships+xml"/>
  <Override PartName="/ppt/slideMasters/_rels/slideMaster6.xml.rels" ContentType="application/vnd.openxmlformats-package.relationships+xml"/>
  <Override PartName="/ppt/slideMasters/_rels/slideMaster24.xml.rels" ContentType="application/vnd.openxmlformats-package.relationships+xml"/>
  <Override PartName="/ppt/slideMasters/_rels/slideMaster7.xml.rels" ContentType="application/vnd.openxmlformats-package.relationships+xml"/>
  <Override PartName="/ppt/slideMasters/_rels/slideMaster25.xml.rels" ContentType="application/vnd.openxmlformats-package.relationships+xml"/>
  <Override PartName="/ppt/slideMasters/_rels/slideMaster8.xml.rels" ContentType="application/vnd.openxmlformats-package.relationships+xml"/>
  <Override PartName="/ppt/slideMasters/_rels/slideMaster26.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slideMasters/_rels/slideMaster12.xml.rels" ContentType="application/vnd.openxmlformats-package.relationships+xml"/>
  <Override PartName="/ppt/slideMasters/_rels/slideMaster13.xml.rels" ContentType="application/vnd.openxmlformats-package.relationships+xml"/>
  <Override PartName="/ppt/slideMasters/_rels/slideMaster14.xml.rels" ContentType="application/vnd.openxmlformats-package.relationships+xml"/>
  <Override PartName="/ppt/slideMasters/_rels/slideMaster15.xml.rels" ContentType="application/vnd.openxmlformats-package.relationships+xml"/>
  <Override PartName="/ppt/slideMasters/_rels/slideMaster16.xml.rels" ContentType="application/vnd.openxmlformats-package.relationships+xml"/>
  <Override PartName="/ppt/slideMasters/_rels/slideMaster17.xml.rels" ContentType="application/vnd.openxmlformats-package.relationships+xml"/>
  <Override PartName="/ppt/slideMasters/_rels/slideMaster18.xml.rels" ContentType="application/vnd.openxmlformats-package.relationships+xml"/>
  <Override PartName="/ppt/slideMasters/_rels/slideMaster19.xml.rels" ContentType="application/vnd.openxmlformats-package.relationships+xml"/>
  <Override PartName="/ppt/slideMasters/_rels/slideMaster27.xml.rels" ContentType="application/vnd.openxmlformats-package.relationships+xml"/>
  <Override PartName="/ppt/slideMasters/_rels/slideMaster28.xml.rels" ContentType="application/vnd.openxmlformats-package.relationships+xml"/>
  <Override PartName="/ppt/slideMasters/_rels/slideMaster29.xml.rels" ContentType="application/vnd.openxmlformats-package.relationships+xml"/>
  <Override PartName="/ppt/slideMasters/_rels/slideMaster30.xml.rels" ContentType="application/vnd.openxmlformats-package.relationships+xml"/>
  <Override PartName="/ppt/slideMasters/_rels/slideMaster31.xml.rels" ContentType="application/vnd.openxmlformats-package.relationships+xml"/>
  <Override PartName="/ppt/slideMasters/_rels/slideMaster32.xml.rels" ContentType="application/vnd.openxmlformats-package.relationships+xml"/>
  <Override PartName="/ppt/slideMasters/_rels/slideMaster33.xml.rels" ContentType="application/vnd.openxmlformats-package.relationships+xml"/>
  <Override PartName="/ppt/slideMasters/_rels/slideMaster34.xml.rels" ContentType="application/vnd.openxmlformats-package.relationships+xml"/>
  <Override PartName="/ppt/slideMasters/_rels/slideMaster35.xml.rels" ContentType="application/vnd.openxmlformats-package.relationships+xml"/>
  <Override PartName="/ppt/slideMasters/_rels/slideMaster36.xml.rels" ContentType="application/vnd.openxmlformats-package.relationships+xml"/>
  <Override PartName="/ppt/slideMasters/_rels/slideMaster37.xml.rels" ContentType="application/vnd.openxmlformats-package.relationships+xml"/>
  <Override PartName="/ppt/slideMasters/_rels/slideMaster38.xml.rels" ContentType="application/vnd.openxmlformats-package.relationships+xml"/>
  <Override PartName="/ppt/slideMasters/_rels/slideMaster39.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26.xml" ContentType="application/vnd.openxmlformats-officedocument.theme+xml"/>
  <Override PartName="/ppt/theme/theme1.xml" ContentType="application/vnd.openxmlformats-officedocument.theme+xml"/>
  <Override PartName="/ppt/theme/theme27.xml" ContentType="application/vnd.openxmlformats-officedocument.theme+xml"/>
  <Override PartName="/ppt/theme/theme2.xml" ContentType="application/vnd.openxmlformats-officedocument.theme+xml"/>
  <Override PartName="/ppt/theme/theme28.xml" ContentType="application/vnd.openxmlformats-officedocument.theme+xml"/>
  <Override PartName="/ppt/theme/theme3.xml" ContentType="application/vnd.openxmlformats-officedocument.theme+xml"/>
  <Override PartName="/ppt/theme/theme29.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40.xml" ContentType="application/vnd.openxmlformats-officedocument.theme+xml"/>
  <Override PartName="/ppt/theme/theme6.xml" ContentType="application/vnd.openxmlformats-officedocument.theme+xml"/>
  <Override PartName="/ppt/theme/theme41.xml" ContentType="application/vnd.openxmlformats-officedocument.theme+xml"/>
  <Override PartName="/ppt/theme/theme7.xml" ContentType="application/vnd.openxmlformats-officedocument.theme+xml"/>
  <Override PartName="/ppt/theme/theme42.xml" ContentType="application/vnd.openxmlformats-officedocument.theme+xml"/>
  <Override PartName="/ppt/theme/theme8.xml" ContentType="application/vnd.openxmlformats-officedocument.theme+xml"/>
  <Override PartName="/ppt/theme/theme43.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notesSlides/_rels/notesSlide2.xml.rels" ContentType="application/vnd.openxmlformats-package.relationships+xml"/>
  <Override PartName="/ppt/notesSlides/notesSlide2.xml" ContentType="application/vnd.openxmlformats-officedocument.presentationml.notesSlide+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8.png" ContentType="image/png"/>
  <Override PartName="/ppt/media/image29.png" ContentType="image/png"/>
  <Override PartName="/ppt/media/image30.png" ContentType="image/png"/>
  <Override PartName="/ppt/media/image31.png" ContentType="image/png"/>
  <Override PartName="/ppt/media/image32.png" ContentType="image/png"/>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37.xml" ContentType="application/vnd.openxmlformats-officedocument.presentationml.slideLayout+xml"/>
  <Override PartName="/ppt/slideLayouts/slideLayout8.xml" ContentType="application/vnd.openxmlformats-officedocument.presentationml.slideLayout+xml"/>
  <Override PartName="/ppt/slideLayouts/slideLayout38.xml" ContentType="application/vnd.openxmlformats-officedocument.presentationml.slideLayout+xml"/>
  <Override PartName="/ppt/slideLayouts/slideLayout9.xml" ContentType="application/vnd.openxmlformats-officedocument.presentationml.slideLayout+xml"/>
  <Override PartName="/ppt/slideLayouts/slideLayout3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_rels/slideLayout31.xml.rels" ContentType="application/vnd.openxmlformats-package.relationships+xml"/>
  <Override PartName="/ppt/slideLayouts/_rels/slideLayout53.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38.xml.rels" ContentType="application/vnd.openxmlformats-package.relationships+xml"/>
  <Override PartName="/ppt/slideLayouts/_rels/slideLayout8.xml.rels" ContentType="application/vnd.openxmlformats-package.relationships+xml"/>
  <Override PartName="/ppt/slideLayouts/_rels/slideLayout39.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45.xml.rels" ContentType="application/vnd.openxmlformats-package.relationships+xml"/>
  <Override PartName="/ppt/slideLayouts/_rels/slideLayout46.xml.rels" ContentType="application/vnd.openxmlformats-package.relationships+xml"/>
  <Override PartName="/ppt/slideLayouts/_rels/slideLayout47.xml.rels" ContentType="application/vnd.openxmlformats-package.relationships+xml"/>
  <Override PartName="/ppt/slideLayouts/_rels/slideLayout48.xml.rels" ContentType="application/vnd.openxmlformats-package.relationships+xml"/>
  <Override PartName="/ppt/slideLayouts/_rels/slideLayout49.xml.rels" ContentType="application/vnd.openxmlformats-package.relationships+xml"/>
  <Override PartName="/ppt/slideLayouts/_rels/slideLayout50.xml.rels" ContentType="application/vnd.openxmlformats-package.relationships+xml"/>
  <Override PartName="/ppt/slideLayouts/_rels/slideLayout51.xml.rels" ContentType="application/vnd.openxmlformats-package.relationships+xml"/>
  <Override PartName="/ppt/slideLayouts/_rels/slideLayout5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 id="2147483722" r:id="rId39"/>
    <p:sldMasterId id="2147483724" r:id="rId40"/>
    <p:sldMasterId id="2147483726" r:id="rId41"/>
    <p:sldMasterId id="2147483739" r:id="rId42"/>
    <p:sldMasterId id="2147483741" r:id="rId43"/>
  </p:sldMasterIdLst>
  <p:notesMasterIdLst>
    <p:notesMasterId r:id="rId44"/>
  </p:notesMasterIdLst>
  <p:sldIdLst>
    <p:sldId id="256" r:id="rId45"/>
    <p:sldId id="257" r:id="rId46"/>
    <p:sldId id="258" r:id="rId47"/>
    <p:sldId id="259" r:id="rId48"/>
    <p:sldId id="260" r:id="rId49"/>
    <p:sldId id="261" r:id="rId50"/>
    <p:sldId id="262" r:id="rId51"/>
    <p:sldId id="263" r:id="rId52"/>
    <p:sldId id="264" r:id="rId53"/>
    <p:sldId id="265" r:id="rId54"/>
    <p:sldId id="266" r:id="rId55"/>
    <p:sldId id="267" r:id="rId56"/>
    <p:sldId id="268" r:id="rId57"/>
    <p:sldId id="269" r:id="rId58"/>
    <p:sldId id="270" r:id="rId59"/>
    <p:sldId id="271" r:id="rId60"/>
    <p:sldId id="272" r:id="rId61"/>
    <p:sldId id="273" r:id="rId62"/>
    <p:sldId id="274" r:id="rId63"/>
    <p:sldId id="275" r:id="rId64"/>
    <p:sldId id="276" r:id="rId65"/>
    <p:sldId id="277" r:id="rId66"/>
    <p:sldId id="278" r:id="rId67"/>
    <p:sldId id="279" r:id="rId68"/>
    <p:sldId id="280" r:id="rId69"/>
    <p:sldId id="281" r:id="rId70"/>
    <p:sldId id="282" r:id="rId71"/>
    <p:sldId id="283" r:id="rId72"/>
    <p:sldId id="284" r:id="rId73"/>
    <p:sldId id="285" r:id="rId74"/>
    <p:sldId id="286" r:id="rId75"/>
    <p:sldId id="287" r:id="rId76"/>
    <p:sldId id="288" r:id="rId77"/>
    <p:sldId id="289" r:id="rId78"/>
    <p:sldId id="290" r:id="rId79"/>
    <p:sldId id="291" r:id="rId8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slideMaster" Target="slideMasters/slideMaster40.xml"/><Relationship Id="rId42" Type="http://schemas.openxmlformats.org/officeDocument/2006/relationships/slideMaster" Target="slideMasters/slideMaster41.xml"/><Relationship Id="rId43" Type="http://schemas.openxmlformats.org/officeDocument/2006/relationships/slideMaster" Target="slideMasters/slideMaster42.xml"/><Relationship Id="rId44" Type="http://schemas.openxmlformats.org/officeDocument/2006/relationships/notesMaster" Target="notesMasters/notesMaster1.xml"/><Relationship Id="rId45" Type="http://schemas.openxmlformats.org/officeDocument/2006/relationships/slide" Target="slides/slide1.xml"/><Relationship Id="rId46" Type="http://schemas.openxmlformats.org/officeDocument/2006/relationships/slide" Target="slides/slide2.xml"/><Relationship Id="rId47" Type="http://schemas.openxmlformats.org/officeDocument/2006/relationships/slide" Target="slides/slide3.xml"/><Relationship Id="rId48" Type="http://schemas.openxmlformats.org/officeDocument/2006/relationships/slide" Target="slides/slide4.xml"/><Relationship Id="rId49" Type="http://schemas.openxmlformats.org/officeDocument/2006/relationships/slide" Target="slides/slide5.xml"/><Relationship Id="rId50" Type="http://schemas.openxmlformats.org/officeDocument/2006/relationships/slide" Target="slides/slide6.xml"/><Relationship Id="rId51" Type="http://schemas.openxmlformats.org/officeDocument/2006/relationships/slide" Target="slides/slide7.xml"/><Relationship Id="rId52" Type="http://schemas.openxmlformats.org/officeDocument/2006/relationships/slide" Target="slides/slide8.xml"/><Relationship Id="rId53" Type="http://schemas.openxmlformats.org/officeDocument/2006/relationships/slide" Target="slides/slide9.xml"/><Relationship Id="rId54" Type="http://schemas.openxmlformats.org/officeDocument/2006/relationships/slide" Target="slides/slide10.xml"/><Relationship Id="rId55" Type="http://schemas.openxmlformats.org/officeDocument/2006/relationships/slide" Target="slides/slide11.xml"/><Relationship Id="rId56" Type="http://schemas.openxmlformats.org/officeDocument/2006/relationships/slide" Target="slides/slide12.xml"/><Relationship Id="rId57" Type="http://schemas.openxmlformats.org/officeDocument/2006/relationships/slide" Target="slides/slide13.xml"/><Relationship Id="rId58" Type="http://schemas.openxmlformats.org/officeDocument/2006/relationships/slide" Target="slides/slide14.xml"/><Relationship Id="rId59" Type="http://schemas.openxmlformats.org/officeDocument/2006/relationships/slide" Target="slides/slide15.xml"/><Relationship Id="rId60" Type="http://schemas.openxmlformats.org/officeDocument/2006/relationships/slide" Target="slides/slide16.xml"/><Relationship Id="rId61" Type="http://schemas.openxmlformats.org/officeDocument/2006/relationships/slide" Target="slides/slide17.xml"/><Relationship Id="rId62" Type="http://schemas.openxmlformats.org/officeDocument/2006/relationships/slide" Target="slides/slide18.xml"/><Relationship Id="rId63" Type="http://schemas.openxmlformats.org/officeDocument/2006/relationships/slide" Target="slides/slide19.xml"/><Relationship Id="rId64" Type="http://schemas.openxmlformats.org/officeDocument/2006/relationships/slide" Target="slides/slide20.xml"/><Relationship Id="rId65" Type="http://schemas.openxmlformats.org/officeDocument/2006/relationships/slide" Target="slides/slide21.xml"/><Relationship Id="rId66" Type="http://schemas.openxmlformats.org/officeDocument/2006/relationships/slide" Target="slides/slide22.xml"/><Relationship Id="rId67" Type="http://schemas.openxmlformats.org/officeDocument/2006/relationships/slide" Target="slides/slide23.xml"/><Relationship Id="rId68" Type="http://schemas.openxmlformats.org/officeDocument/2006/relationships/slide" Target="slides/slide24.xml"/><Relationship Id="rId69" Type="http://schemas.openxmlformats.org/officeDocument/2006/relationships/slide" Target="slides/slide25.xml"/><Relationship Id="rId70" Type="http://schemas.openxmlformats.org/officeDocument/2006/relationships/slide" Target="slides/slide26.xml"/><Relationship Id="rId71" Type="http://schemas.openxmlformats.org/officeDocument/2006/relationships/slide" Target="slides/slide27.xml"/><Relationship Id="rId72" Type="http://schemas.openxmlformats.org/officeDocument/2006/relationships/slide" Target="slides/slide28.xml"/><Relationship Id="rId73" Type="http://schemas.openxmlformats.org/officeDocument/2006/relationships/slide" Target="slides/slide29.xml"/><Relationship Id="rId74" Type="http://schemas.openxmlformats.org/officeDocument/2006/relationships/slide" Target="slides/slide30.xml"/><Relationship Id="rId75" Type="http://schemas.openxmlformats.org/officeDocument/2006/relationships/slide" Target="slides/slide31.xml"/><Relationship Id="rId76" Type="http://schemas.openxmlformats.org/officeDocument/2006/relationships/slide" Target="slides/slide32.xml"/><Relationship Id="rId77" Type="http://schemas.openxmlformats.org/officeDocument/2006/relationships/slide" Target="slides/slide33.xml"/><Relationship Id="rId78" Type="http://schemas.openxmlformats.org/officeDocument/2006/relationships/slide" Target="slides/slide34.xml"/><Relationship Id="rId79" Type="http://schemas.openxmlformats.org/officeDocument/2006/relationships/slide" Target="slides/slide35.xml"/><Relationship Id="rId80" Type="http://schemas.openxmlformats.org/officeDocument/2006/relationships/slide" Target="slides/slide36.xml"/><Relationship Id="rId8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8"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s-ES" sz="1400" strike="noStrike" u="none">
                <a:solidFill>
                  <a:srgbClr val="000000"/>
                </a:solidFill>
                <a:uFillTx/>
                <a:latin typeface="Arial"/>
              </a:rPr>
              <a:t>Pulse para desplazar la diapositiva</a:t>
            </a:r>
            <a:endParaRPr b="0" lang="es-ES" sz="1400" strike="noStrike" u="none">
              <a:solidFill>
                <a:srgbClr val="000000"/>
              </a:solidFill>
              <a:uFillTx/>
              <a:latin typeface="Arial"/>
            </a:endParaRPr>
          </a:p>
        </p:txBody>
      </p:sp>
      <p:sp>
        <p:nvSpPr>
          <p:cNvPr id="135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s-ES" sz="2000" strike="noStrike" u="none">
                <a:solidFill>
                  <a:srgbClr val="000000"/>
                </a:solidFill>
                <a:uFillTx/>
                <a:latin typeface="Arial"/>
              </a:rPr>
              <a:t>Pulse para editar el formato de las notas</a:t>
            </a:r>
            <a:endParaRPr b="0" lang="es-ES" sz="2000" strike="noStrike" u="none">
              <a:solidFill>
                <a:srgbClr val="000000"/>
              </a:solidFill>
              <a:uFillTx/>
              <a:latin typeface="Arial"/>
            </a:endParaRPr>
          </a:p>
        </p:txBody>
      </p:sp>
      <p:sp>
        <p:nvSpPr>
          <p:cNvPr id="136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s-ES" sz="1400" strike="noStrike" u="none">
                <a:solidFill>
                  <a:srgbClr val="000000"/>
                </a:solidFill>
                <a:uFillTx/>
                <a:latin typeface="Times New Roman"/>
              </a:rPr>
              <a:t>&lt;cabecera&gt;</a:t>
            </a:r>
            <a:endParaRPr b="0" lang="es-ES" sz="1400" strike="noStrike" u="none">
              <a:solidFill>
                <a:srgbClr val="000000"/>
              </a:solidFill>
              <a:uFillTx/>
              <a:latin typeface="Times New Roman"/>
            </a:endParaRPr>
          </a:p>
        </p:txBody>
      </p:sp>
      <p:sp>
        <p:nvSpPr>
          <p:cNvPr id="1361" name="PlaceHolder 4"/>
          <p:cNvSpPr>
            <a:spLocks noGrp="1"/>
          </p:cNvSpPr>
          <p:nvPr>
            <p:ph type="dt" idx="52"/>
          </p:nvPr>
        </p:nvSpPr>
        <p:spPr>
          <a:xfrm>
            <a:off x="4278960" y="0"/>
            <a:ext cx="3280680" cy="534240"/>
          </a:xfrm>
          <a:prstGeom prst="rect">
            <a:avLst/>
          </a:prstGeom>
          <a:noFill/>
          <a:ln w="0">
            <a:noFill/>
          </a:ln>
        </p:spPr>
        <p:txBody>
          <a:bodyPr lIns="0" rIns="0" tIns="0" bIns="0" anchor="t">
            <a:noAutofit/>
          </a:bodyPr>
          <a:lstStyle>
            <a:lvl1pPr indent="0" algn="r">
              <a:buNone/>
              <a:defRPr b="0" lang="es-ES" sz="1400" strike="noStrike" u="none">
                <a:solidFill>
                  <a:srgbClr val="000000"/>
                </a:solidFill>
                <a:uFillTx/>
                <a:latin typeface="Times New Roman"/>
              </a:defRPr>
            </a:lvl1pPr>
          </a:lstStyle>
          <a:p>
            <a:pPr indent="0" algn="r">
              <a:buNone/>
            </a:pPr>
            <a:r>
              <a:rPr b="0" lang="es-ES" sz="1400" strike="noStrike" u="none">
                <a:solidFill>
                  <a:srgbClr val="000000"/>
                </a:solidFill>
                <a:uFillTx/>
                <a:latin typeface="Times New Roman"/>
              </a:rPr>
              <a:t>&lt;fecha/hora&gt;</a:t>
            </a:r>
            <a:endParaRPr b="0" lang="es-ES" sz="1400" strike="noStrike" u="none">
              <a:solidFill>
                <a:srgbClr val="000000"/>
              </a:solidFill>
              <a:uFillTx/>
              <a:latin typeface="Times New Roman"/>
            </a:endParaRPr>
          </a:p>
        </p:txBody>
      </p:sp>
      <p:sp>
        <p:nvSpPr>
          <p:cNvPr id="1362" name="PlaceHolder 5"/>
          <p:cNvSpPr>
            <a:spLocks noGrp="1"/>
          </p:cNvSpPr>
          <p:nvPr>
            <p:ph type="ftr" idx="53"/>
          </p:nvPr>
        </p:nvSpPr>
        <p:spPr>
          <a:xfrm>
            <a:off x="0" y="10157400"/>
            <a:ext cx="3280680" cy="53424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Times New Roman"/>
              </a:defRPr>
            </a:lvl1pPr>
          </a:lstStyle>
          <a:p>
            <a:pPr indent="0">
              <a:buNone/>
            </a:pPr>
            <a:r>
              <a:rPr b="0" lang="es-ES" sz="1400" strike="noStrike" u="none">
                <a:solidFill>
                  <a:srgbClr val="000000"/>
                </a:solidFill>
                <a:uFillTx/>
                <a:latin typeface="Times New Roman"/>
              </a:rPr>
              <a:t>&lt;pie de página&gt;</a:t>
            </a:r>
            <a:endParaRPr b="0" lang="es-ES" sz="1400" strike="noStrike" u="none">
              <a:solidFill>
                <a:srgbClr val="000000"/>
              </a:solidFill>
              <a:uFillTx/>
              <a:latin typeface="Times New Roman"/>
            </a:endParaRPr>
          </a:p>
        </p:txBody>
      </p:sp>
      <p:sp>
        <p:nvSpPr>
          <p:cNvPr id="1363" name="PlaceHolder 6"/>
          <p:cNvSpPr>
            <a:spLocks noGrp="1"/>
          </p:cNvSpPr>
          <p:nvPr>
            <p:ph type="sldNum" idx="54"/>
          </p:nvPr>
        </p:nvSpPr>
        <p:spPr>
          <a:xfrm>
            <a:off x="4278960" y="10157400"/>
            <a:ext cx="3280680" cy="53424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Times New Roman"/>
              </a:defRPr>
            </a:lvl1pPr>
          </a:lstStyle>
          <a:p>
            <a:pPr indent="0" algn="r">
              <a:buNone/>
            </a:pPr>
            <a:fld id="{4CD7C680-8B02-42AA-8EBB-C79DB6349DFC}" type="slidenum">
              <a:rPr b="0" lang="es-ES" sz="1400" strike="noStrike" u="none">
                <a:solidFill>
                  <a:srgbClr val="000000"/>
                </a:solidFill>
                <a:uFillTx/>
                <a:latin typeface="Times New Roman"/>
              </a:rPr>
              <a:t>&lt;número&gt;</a:t>
            </a:fld>
            <a:endParaRPr b="0" lang="es-ES" sz="1400" strike="noStrike" u="none">
              <a:solidFill>
                <a:srgbClr val="000000"/>
              </a:solidFill>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4" name="PlaceHolder 1"/>
          <p:cNvSpPr>
            <a:spLocks noGrp="1"/>
          </p:cNvSpPr>
          <p:nvPr>
            <p:ph type="sldImg"/>
          </p:nvPr>
        </p:nvSpPr>
        <p:spPr>
          <a:xfrm>
            <a:off x="685800" y="1143000"/>
            <a:ext cx="5486040" cy="3085920"/>
          </a:xfrm>
          <a:prstGeom prst="rect">
            <a:avLst/>
          </a:prstGeom>
          <a:ln w="0">
            <a:noFill/>
          </a:ln>
        </p:spPr>
      </p:sp>
      <p:sp>
        <p:nvSpPr>
          <p:cNvPr id="144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16000" indent="0">
              <a:lnSpc>
                <a:spcPct val="100000"/>
              </a:lnSpc>
              <a:buNone/>
              <a:tabLst>
                <a:tab algn="l" pos="0"/>
              </a:tabLst>
            </a:pPr>
            <a:r>
              <a:rPr b="0" lang="es-ES" sz="2000" strike="noStrike" u="none">
                <a:solidFill>
                  <a:srgbClr val="000000"/>
                </a:solidFill>
                <a:uFillTx/>
                <a:latin typeface="Arial"/>
                <a:ea typeface="Arial"/>
              </a:rPr>
              <a:t>Nos tenemos que poner en el lugar del jugador</a:t>
            </a:r>
            <a:endParaRPr b="0" lang="es-ES" sz="2000" strike="noStrike" u="none">
              <a:solidFill>
                <a:srgbClr val="000000"/>
              </a:solidFill>
              <a:uFillTx/>
              <a:latin typeface="Arial"/>
            </a:endParaRPr>
          </a:p>
        </p:txBody>
      </p:sp>
      <p:sp>
        <p:nvSpPr>
          <p:cNvPr id="1446" name="Google Shape;553;p2:notes"/>
          <p:cNvSpPr/>
          <p:nvPr/>
        </p:nvSpPr>
        <p:spPr>
          <a:xfrm>
            <a:off x="3884760" y="8685360"/>
            <a:ext cx="2971080" cy="457920"/>
          </a:xfrm>
          <a:prstGeom prst="rect">
            <a:avLst/>
          </a:prstGeom>
          <a:noFill/>
          <a:ln w="0">
            <a:noFill/>
          </a:ln>
        </p:spPr>
        <p:style>
          <a:lnRef idx="0"/>
          <a:fillRef idx="0"/>
          <a:effectRef idx="0"/>
          <a:fontRef idx="minor"/>
        </p:style>
        <p:txBody>
          <a:bodyPr anchor="b">
            <a:noAutofit/>
          </a:bodyPr>
          <a:p>
            <a:pPr algn="r">
              <a:lnSpc>
                <a:spcPct val="100000"/>
              </a:lnSpc>
              <a:tabLst>
                <a:tab algn="l" pos="0"/>
              </a:tabLst>
            </a:pPr>
            <a:fld id="{0E7A2DCD-A85A-4F12-B7BC-ABB98A2752F1}" type="slidenum">
              <a:rPr b="0" lang="es-ES" sz="1200" strike="noStrike" u="none">
                <a:solidFill>
                  <a:srgbClr val="000000"/>
                </a:solidFill>
                <a:uFillTx/>
                <a:latin typeface="Arial"/>
                <a:ea typeface="Arial"/>
              </a:rPr>
              <a:t>&lt;número&gt;</a:t>
            </a:fld>
            <a:endParaRPr b="0" lang="es-ES" sz="1200" strike="noStrike" u="none">
              <a:solidFill>
                <a:srgbClr val="000000"/>
              </a:solidFill>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9.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41.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4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OBJECT_OVER_TEXT">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86"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87"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FOUR_OBJECTS">
    <p:spTree>
      <p:nvGrpSpPr>
        <p:cNvPr id="1" name=""/>
        <p:cNvGrpSpPr/>
        <p:nvPr/>
      </p:nvGrpSpPr>
      <p:grpSpPr>
        <a:xfrm>
          <a:off x="0" y="0"/>
          <a:ext cx="0" cy="0"/>
          <a:chOff x="0" y="0"/>
          <a:chExt cx="0" cy="0"/>
        </a:xfrm>
      </p:grpSpPr>
      <p:sp>
        <p:nvSpPr>
          <p:cNvPr id="1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13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3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3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38"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22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230"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27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27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spTree>
      <p:nvGrpSpPr>
        <p:cNvPr id="1" name=""/>
        <p:cNvGrpSpPr/>
        <p:nvPr/>
      </p:nvGrpSpPr>
      <p:grpSpPr>
        <a:xfrm>
          <a:off x="0" y="0"/>
          <a:ext cx="0" cy="0"/>
          <a:chOff x="0" y="0"/>
          <a:chExt cx="0" cy="0"/>
        </a:xfrm>
      </p:grpSpPr>
      <p:sp>
        <p:nvSpPr>
          <p:cNvPr id="32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32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32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36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OBJECT_ONLY">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WO_OBJECTS_AND_OBJECT">
    <p:spTree>
      <p:nvGrpSpPr>
        <p:cNvPr id="1" name=""/>
        <p:cNvGrpSpPr/>
        <p:nvPr/>
      </p:nvGrpSpPr>
      <p:grpSpPr>
        <a:xfrm>
          <a:off x="0" y="0"/>
          <a:ext cx="0" cy="0"/>
          <a:chOff x="0" y="0"/>
          <a:chExt cx="0" cy="0"/>
        </a:xfrm>
      </p:grpSpPr>
      <p:sp>
        <p:nvSpPr>
          <p:cNvPr id="45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45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45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45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OBJECT_AND_TWO_OBJECTS">
    <p:spTree>
      <p:nvGrpSpPr>
        <p:cNvPr id="1" name=""/>
        <p:cNvGrpSpPr/>
        <p:nvPr/>
      </p:nvGrpSpPr>
      <p:grpSpPr>
        <a:xfrm>
          <a:off x="0" y="0"/>
          <a:ext cx="0" cy="0"/>
          <a:chOff x="0" y="0"/>
          <a:chExt cx="0" cy="0"/>
        </a:xfrm>
      </p:grpSpPr>
      <p:sp>
        <p:nvSpPr>
          <p:cNvPr id="50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50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50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504"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WO_OBJECTS_OVER_TEXT">
    <p:spTree>
      <p:nvGrpSpPr>
        <p:cNvPr id="1" name=""/>
        <p:cNvGrpSpPr/>
        <p:nvPr/>
      </p:nvGrpSpPr>
      <p:grpSpPr>
        <a:xfrm>
          <a:off x="0" y="0"/>
          <a:ext cx="0" cy="0"/>
          <a:chOff x="0" y="0"/>
          <a:chExt cx="0" cy="0"/>
        </a:xfrm>
      </p:grpSpPr>
      <p:sp>
        <p:nvSpPr>
          <p:cNvPr id="5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55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55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553"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Predeterminado 1">
    <p:spTree>
      <p:nvGrpSpPr>
        <p:cNvPr id="1" name=""/>
        <p:cNvGrpSpPr/>
        <p:nvPr/>
      </p:nvGrpSpPr>
      <p:grpSpPr>
        <a:xfrm>
          <a:off x="0" y="0"/>
          <a:ext cx="0" cy="0"/>
          <a:chOff x="0" y="0"/>
          <a:chExt cx="0" cy="0"/>
        </a:xfrm>
      </p:grpSpPr>
      <p:sp>
        <p:nvSpPr>
          <p:cNvPr id="63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640"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641"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Predeterminado 2">
    <p:spTree>
      <p:nvGrpSpPr>
        <p:cNvPr id="1" name=""/>
        <p:cNvGrpSpPr/>
        <p:nvPr/>
      </p:nvGrpSpPr>
      <p:grpSpPr>
        <a:xfrm>
          <a:off x="0" y="0"/>
          <a:ext cx="0" cy="0"/>
          <a:chOff x="0" y="0"/>
          <a:chExt cx="0" cy="0"/>
        </a:xfrm>
      </p:grpSpPr>
      <p:sp>
        <p:nvSpPr>
          <p:cNvPr id="68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68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69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69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692"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3">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Predeterminado 4">
    <p:spTree>
      <p:nvGrpSpPr>
        <p:cNvPr id="1" name=""/>
        <p:cNvGrpSpPr/>
        <p:nvPr/>
      </p:nvGrpSpPr>
      <p:grpSpPr>
        <a:xfrm>
          <a:off x="0" y="0"/>
          <a:ext cx="0" cy="0"/>
          <a:chOff x="0" y="0"/>
          <a:chExt cx="0" cy="0"/>
        </a:xfrm>
      </p:grpSpPr>
      <p:sp>
        <p:nvSpPr>
          <p:cNvPr id="78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784"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redeterminado 5">
    <p:spTree>
      <p:nvGrpSpPr>
        <p:cNvPr id="1" name=""/>
        <p:cNvGrpSpPr/>
        <p:nvPr/>
      </p:nvGrpSpPr>
      <p:grpSpPr>
        <a:xfrm>
          <a:off x="0" y="0"/>
          <a:ext cx="0" cy="0"/>
          <a:chOff x="0" y="0"/>
          <a:chExt cx="0" cy="0"/>
        </a:xfrm>
      </p:grpSpPr>
      <p:sp>
        <p:nvSpPr>
          <p:cNvPr id="8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82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6">
    <p:spTree>
      <p:nvGrpSpPr>
        <p:cNvPr id="1" name=""/>
        <p:cNvGrpSpPr/>
        <p:nvPr/>
      </p:nvGrpSpPr>
      <p:grpSpPr>
        <a:xfrm>
          <a:off x="0" y="0"/>
          <a:ext cx="0" cy="0"/>
          <a:chOff x="0" y="0"/>
          <a:chExt cx="0" cy="0"/>
        </a:xfrm>
      </p:grpSpPr>
      <p:sp>
        <p:nvSpPr>
          <p:cNvPr id="87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87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87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7">
    <p:spTree>
      <p:nvGrpSpPr>
        <p:cNvPr id="1" name=""/>
        <p:cNvGrpSpPr/>
        <p:nvPr/>
      </p:nvGrpSpPr>
      <p:grpSpPr>
        <a:xfrm>
          <a:off x="0" y="0"/>
          <a:ext cx="0" cy="0"/>
          <a:chOff x="0" y="0"/>
          <a:chExt cx="0" cy="0"/>
        </a:xfrm>
      </p:grpSpPr>
      <p:sp>
        <p:nvSpPr>
          <p:cNvPr id="9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Predeterminado 8">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Predeterminado 9">
    <p:spTree>
      <p:nvGrpSpPr>
        <p:cNvPr id="1" name=""/>
        <p:cNvGrpSpPr/>
        <p:nvPr/>
      </p:nvGrpSpPr>
      <p:grpSpPr>
        <a:xfrm>
          <a:off x="0" y="0"/>
          <a:ext cx="0" cy="0"/>
          <a:chOff x="0" y="0"/>
          <a:chExt cx="0" cy="0"/>
        </a:xfrm>
      </p:grpSpPr>
      <p:sp>
        <p:nvSpPr>
          <p:cNvPr id="100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100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00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00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Predeterminado 10">
    <p:spTree>
      <p:nvGrpSpPr>
        <p:cNvPr id="1" name=""/>
        <p:cNvGrpSpPr/>
        <p:nvPr/>
      </p:nvGrpSpPr>
      <p:grpSpPr>
        <a:xfrm>
          <a:off x="0" y="0"/>
          <a:ext cx="0" cy="0"/>
          <a:chOff x="0" y="0"/>
          <a:chExt cx="0" cy="0"/>
        </a:xfrm>
      </p:grpSpPr>
      <p:sp>
        <p:nvSpPr>
          <p:cNvPr id="105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105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05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05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Predeterminado 11">
    <p:spTree>
      <p:nvGrpSpPr>
        <p:cNvPr id="1" name=""/>
        <p:cNvGrpSpPr/>
        <p:nvPr/>
      </p:nvGrpSpPr>
      <p:grpSpPr>
        <a:xfrm>
          <a:off x="0" y="0"/>
          <a:ext cx="0" cy="0"/>
          <a:chOff x="0" y="0"/>
          <a:chExt cx="0" cy="0"/>
        </a:xfrm>
      </p:grpSpPr>
      <p:sp>
        <p:nvSpPr>
          <p:cNvPr id="110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110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10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107"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
    <p:spTree>
      <p:nvGrpSpPr>
        <p:cNvPr id="1" name=""/>
        <p:cNvGrpSpPr/>
        <p:nvPr/>
      </p:nvGrpSpPr>
      <p:grpSpPr>
        <a:xfrm>
          <a:off x="0" y="0"/>
          <a:ext cx="0" cy="0"/>
          <a:chOff x="0" y="0"/>
          <a:chExt cx="0" cy="0"/>
        </a:xfrm>
      </p:grpSpPr>
      <p:sp>
        <p:nvSpPr>
          <p:cNvPr id="11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112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trike="noStrike" u="none">
              <a:solidFill>
                <a:srgbClr val="ffffff"/>
              </a:solidFill>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939D8A3-7E36-4D07-8739-3C5428321420}" type="slidenum">
              <a:t>&lt;#&gt;</a:t>
            </a:fld>
          </a:p>
        </p:txBody>
      </p:sp>
      <p:sp>
        <p:nvSpPr>
          <p:cNvPr id="6" name="PlaceHolder 5"/>
          <p:cNvSpPr>
            <a:spLocks noGrp="1"/>
          </p:cNvSpPr>
          <p:nvPr>
            <p:ph type="dt" idx="1"/>
          </p:nvPr>
        </p:nvSpPr>
        <p:spPr/>
        <p:txBody>
          <a:bodyPr/>
          <a:p>
            <a:r>
              <a:rPr lang="es-E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n panorámica con descripción">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02970C95-24EC-4DC7-87A2-9B26ABF0D2FE}" type="slidenum">
              <a:t>&lt;#&gt;</a:t>
            </a:fld>
          </a:p>
        </p:txBody>
      </p:sp>
      <p:sp>
        <p:nvSpPr>
          <p:cNvPr id="4" name="PlaceHolder 3"/>
          <p:cNvSpPr>
            <a:spLocks noGrp="1"/>
          </p:cNvSpPr>
          <p:nvPr>
            <p:ph type="dt" idx="4"/>
          </p:nvPr>
        </p:nvSpPr>
        <p:spPr/>
        <p:txBody>
          <a:bodyPr/>
          <a:p>
            <a:r>
              <a:rPr lang="es-E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ítulo y descripción">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183DE08F-FD77-4B88-9AFE-E63337B160E6}" type="slidenum">
              <a:t>&lt;#&gt;</a:t>
            </a:fld>
          </a:p>
        </p:txBody>
      </p:sp>
      <p:sp>
        <p:nvSpPr>
          <p:cNvPr id="4" name="PlaceHolder 3"/>
          <p:cNvSpPr>
            <a:spLocks noGrp="1"/>
          </p:cNvSpPr>
          <p:nvPr>
            <p:ph type="dt" idx="7"/>
          </p:nvPr>
        </p:nvSpPr>
        <p:spPr/>
        <p:txBody>
          <a:bodyPr/>
          <a:p>
            <a:r>
              <a:rPr lang="es-E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ita con descripción">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31BEE352-B8F9-49A6-B58B-6FF124211C55}" type="slidenum">
              <a:t>&lt;#&gt;</a:t>
            </a:fld>
          </a:p>
        </p:txBody>
      </p:sp>
      <p:sp>
        <p:nvSpPr>
          <p:cNvPr id="4" name="PlaceHolder 3"/>
          <p:cNvSpPr>
            <a:spLocks noGrp="1"/>
          </p:cNvSpPr>
          <p:nvPr>
            <p:ph type="dt" idx="10"/>
          </p:nvPr>
        </p:nvSpPr>
        <p:spPr/>
        <p:txBody>
          <a:bodyPr/>
          <a:p>
            <a:r>
              <a:rPr lang="es-E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arjeta de nombr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348A9575-415A-4D18-BC11-AA83F278786A}" type="slidenum">
              <a:t>&lt;#&gt;</a:t>
            </a:fld>
          </a:p>
        </p:txBody>
      </p:sp>
      <p:sp>
        <p:nvSpPr>
          <p:cNvPr id="4" name="PlaceHolder 3"/>
          <p:cNvSpPr>
            <a:spLocks noGrp="1"/>
          </p:cNvSpPr>
          <p:nvPr>
            <p:ph type="dt" idx="13"/>
          </p:nvPr>
        </p:nvSpPr>
        <p:spPr/>
        <p:txBody>
          <a:bodyPr/>
          <a:p>
            <a:r>
              <a:rPr lang="es-E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itar la tarjeta de nombr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2E1DBDF6-B6DB-4A08-8D57-648905A939FA}" type="slidenum">
              <a:t>&lt;#&gt;</a:t>
            </a:fld>
          </a:p>
        </p:txBody>
      </p:sp>
      <p:sp>
        <p:nvSpPr>
          <p:cNvPr id="4" name="PlaceHolder 3"/>
          <p:cNvSpPr>
            <a:spLocks noGrp="1"/>
          </p:cNvSpPr>
          <p:nvPr>
            <p:ph type="dt" idx="16"/>
          </p:nvPr>
        </p:nvSpPr>
        <p:spPr/>
        <p:txBody>
          <a:bodyPr/>
          <a:p>
            <a:r>
              <a:rPr lang="es-E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erdadero o falso">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09E149C3-94CA-47BE-BCC0-A5322FC0C83D}" type="slidenum">
              <a:t>&lt;#&gt;</a:t>
            </a:fld>
          </a:p>
        </p:txBody>
      </p:sp>
      <p:sp>
        <p:nvSpPr>
          <p:cNvPr id="4" name="PlaceHolder 3"/>
          <p:cNvSpPr>
            <a:spLocks noGrp="1"/>
          </p:cNvSpPr>
          <p:nvPr>
            <p:ph type="dt" idx="19"/>
          </p:nvPr>
        </p:nvSpPr>
        <p:spPr/>
        <p:txBody>
          <a:bodyPr/>
          <a:p>
            <a:r>
              <a:rPr lang="es-E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ítulo y texto vertical">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6E8FD6B0-E5AB-422D-A957-BDABFC0D3717}" type="slidenum">
              <a:t>&lt;#&gt;</a:t>
            </a:fld>
          </a:p>
        </p:txBody>
      </p:sp>
      <p:sp>
        <p:nvSpPr>
          <p:cNvPr id="4" name="PlaceHolder 3"/>
          <p:cNvSpPr>
            <a:spLocks noGrp="1"/>
          </p:cNvSpPr>
          <p:nvPr>
            <p:ph type="dt" idx="22"/>
          </p:nvPr>
        </p:nvSpPr>
        <p:spPr/>
        <p:txBody>
          <a:bodyPr/>
          <a:p>
            <a:r>
              <a:rPr lang="es-E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ítulo vertical y texto">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74B4D4C7-D514-4418-8387-58CA28DDF889}" type="slidenum">
              <a:t>&lt;#&gt;</a:t>
            </a:fld>
          </a:p>
        </p:txBody>
      </p:sp>
      <p:sp>
        <p:nvSpPr>
          <p:cNvPr id="4" name="PlaceHolder 3"/>
          <p:cNvSpPr>
            <a:spLocks noGrp="1"/>
          </p:cNvSpPr>
          <p:nvPr>
            <p:ph type="dt" idx="25"/>
          </p:nvPr>
        </p:nvSpPr>
        <p:spPr/>
        <p:txBody>
          <a:bodyPr/>
          <a:p>
            <a:r>
              <a:rPr lang="es-E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2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1230"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y objetos">
    <p:spTree>
      <p:nvGrpSpPr>
        <p:cNvPr id="1" name=""/>
        <p:cNvGrpSpPr/>
        <p:nvPr/>
      </p:nvGrpSpPr>
      <p:grpSpPr>
        <a:xfrm>
          <a:off x="0" y="0"/>
          <a:ext cx="0" cy="0"/>
          <a:chOff x="0" y="0"/>
          <a:chExt cx="0" cy="0"/>
        </a:xfrm>
      </p:grpSpPr>
      <p:sp>
        <p:nvSpPr>
          <p:cNvPr id="124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1243"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4" name="PlaceHolder 3"/>
          <p:cNvSpPr>
            <a:spLocks noGrp="1"/>
          </p:cNvSpPr>
          <p:nvPr>
            <p:ph type="ftr" idx="29"/>
          </p:nvPr>
        </p:nvSpPr>
        <p:spPr/>
        <p:txBody>
          <a:bodyPr/>
          <a:p>
            <a:r>
              <a:t>Footer</a:t>
            </a:r>
          </a:p>
        </p:txBody>
      </p:sp>
      <p:sp>
        <p:nvSpPr>
          <p:cNvPr id="5" name="PlaceHolder 4"/>
          <p:cNvSpPr>
            <a:spLocks noGrp="1"/>
          </p:cNvSpPr>
          <p:nvPr>
            <p:ph type="sldNum" idx="30"/>
          </p:nvPr>
        </p:nvSpPr>
        <p:spPr/>
        <p:txBody>
          <a:bodyPr/>
          <a:p>
            <a:fld id="{F595BA5C-3AAC-42C9-A2A9-1C95CBB79F49}" type="slidenum">
              <a:t>&lt;#&gt;</a:t>
            </a:fld>
          </a:p>
        </p:txBody>
      </p:sp>
      <p:sp>
        <p:nvSpPr>
          <p:cNvPr id="6" name="PlaceHolder 5"/>
          <p:cNvSpPr>
            <a:spLocks noGrp="1"/>
          </p:cNvSpPr>
          <p:nvPr>
            <p:ph type="dt" idx="28"/>
          </p:nvPr>
        </p:nvSpPr>
        <p:spPr/>
        <p:txBody>
          <a:bodyPr/>
          <a:p>
            <a:r>
              <a:rPr lang="es-E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cabezado de secció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ABD0B347-67D3-4C5B-8401-DE5127958C8C}" type="slidenum">
              <a:t>&lt;#&gt;</a:t>
            </a:fld>
          </a:p>
        </p:txBody>
      </p:sp>
      <p:sp>
        <p:nvSpPr>
          <p:cNvPr id="4" name="PlaceHolder 3"/>
          <p:cNvSpPr>
            <a:spLocks noGrp="1"/>
          </p:cNvSpPr>
          <p:nvPr>
            <p:ph type="dt" idx="31"/>
          </p:nvPr>
        </p:nvSpPr>
        <p:spPr/>
        <p:txBody>
          <a:bodyPr/>
          <a:p>
            <a:r>
              <a:rPr lang="es-E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os objetos">
    <p:spTree>
      <p:nvGrpSpPr>
        <p:cNvPr id="1" name=""/>
        <p:cNvGrpSpPr/>
        <p:nvPr/>
      </p:nvGrpSpPr>
      <p:grpSpPr>
        <a:xfrm>
          <a:off x="0" y="0"/>
          <a:ext cx="0" cy="0"/>
          <a:chOff x="0" y="0"/>
          <a:chExt cx="0" cy="0"/>
        </a:xfrm>
      </p:grpSpPr>
      <p:sp>
        <p:nvSpPr>
          <p:cNvPr id="126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126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26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5" name="PlaceHolder 4"/>
          <p:cNvSpPr>
            <a:spLocks noGrp="1"/>
          </p:cNvSpPr>
          <p:nvPr>
            <p:ph type="ftr" idx="35"/>
          </p:nvPr>
        </p:nvSpPr>
        <p:spPr/>
        <p:txBody>
          <a:bodyPr/>
          <a:p>
            <a:r>
              <a:t>Footer</a:t>
            </a:r>
          </a:p>
        </p:txBody>
      </p:sp>
      <p:sp>
        <p:nvSpPr>
          <p:cNvPr id="6" name="PlaceHolder 5"/>
          <p:cNvSpPr>
            <a:spLocks noGrp="1"/>
          </p:cNvSpPr>
          <p:nvPr>
            <p:ph type="sldNum" idx="36"/>
          </p:nvPr>
        </p:nvSpPr>
        <p:spPr/>
        <p:txBody>
          <a:bodyPr/>
          <a:p>
            <a:fld id="{FC767221-AFF1-440B-84C7-F26F157DBB23}" type="slidenum">
              <a:t>&lt;#&gt;</a:t>
            </a:fld>
          </a:p>
        </p:txBody>
      </p:sp>
      <p:sp>
        <p:nvSpPr>
          <p:cNvPr id="7" name="PlaceHolder 6"/>
          <p:cNvSpPr>
            <a:spLocks noGrp="1"/>
          </p:cNvSpPr>
          <p:nvPr>
            <p:ph type="dt" idx="34"/>
          </p:nvPr>
        </p:nvSpPr>
        <p:spPr/>
        <p:txBody>
          <a:bodyPr/>
          <a:p>
            <a:r>
              <a:rPr lang="es-E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ción">
    <p:spTree>
      <p:nvGrpSpPr>
        <p:cNvPr id="1" name=""/>
        <p:cNvGrpSpPr/>
        <p:nvPr/>
      </p:nvGrpSpPr>
      <p:grpSpPr>
        <a:xfrm>
          <a:off x="0" y="0"/>
          <a:ext cx="0" cy="0"/>
          <a:chOff x="0" y="0"/>
          <a:chExt cx="0" cy="0"/>
        </a:xfrm>
      </p:grpSpPr>
      <p:sp>
        <p:nvSpPr>
          <p:cNvPr id="2" name="PlaceHolder 1"/>
          <p:cNvSpPr>
            <a:spLocks noGrp="1"/>
          </p:cNvSpPr>
          <p:nvPr>
            <p:ph type="ftr" idx="38"/>
          </p:nvPr>
        </p:nvSpPr>
        <p:spPr/>
        <p:txBody>
          <a:bodyPr/>
          <a:p>
            <a:r>
              <a:t>Footer</a:t>
            </a:r>
          </a:p>
        </p:txBody>
      </p:sp>
      <p:sp>
        <p:nvSpPr>
          <p:cNvPr id="3" name="PlaceHolder 2"/>
          <p:cNvSpPr>
            <a:spLocks noGrp="1"/>
          </p:cNvSpPr>
          <p:nvPr>
            <p:ph type="sldNum" idx="39"/>
          </p:nvPr>
        </p:nvSpPr>
        <p:spPr/>
        <p:txBody>
          <a:bodyPr/>
          <a:p>
            <a:fld id="{153D539C-4EE2-481C-8302-D790E3BB02D6}" type="slidenum">
              <a:t>&lt;#&gt;</a:t>
            </a:fld>
          </a:p>
        </p:txBody>
      </p:sp>
      <p:sp>
        <p:nvSpPr>
          <p:cNvPr id="4" name="PlaceHolder 3"/>
          <p:cNvSpPr>
            <a:spLocks noGrp="1"/>
          </p:cNvSpPr>
          <p:nvPr>
            <p:ph type="dt" idx="37"/>
          </p:nvPr>
        </p:nvSpPr>
        <p:spPr/>
        <p:txBody>
          <a:bodyPr/>
          <a:p>
            <a:r>
              <a:rPr lang="es-E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olo el título">
    <p:spTree>
      <p:nvGrpSpPr>
        <p:cNvPr id="1" name=""/>
        <p:cNvGrpSpPr/>
        <p:nvPr/>
      </p:nvGrpSpPr>
      <p:grpSpPr>
        <a:xfrm>
          <a:off x="0" y="0"/>
          <a:ext cx="0" cy="0"/>
          <a:chOff x="0" y="0"/>
          <a:chExt cx="0" cy="0"/>
        </a:xfrm>
      </p:grpSpPr>
      <p:sp>
        <p:nvSpPr>
          <p:cNvPr id="129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3" name="PlaceHolder 2"/>
          <p:cNvSpPr>
            <a:spLocks noGrp="1"/>
          </p:cNvSpPr>
          <p:nvPr>
            <p:ph type="ftr" idx="41"/>
          </p:nvPr>
        </p:nvSpPr>
        <p:spPr/>
        <p:txBody>
          <a:bodyPr/>
          <a:p>
            <a:r>
              <a:t>Footer</a:t>
            </a:r>
          </a:p>
        </p:txBody>
      </p:sp>
      <p:sp>
        <p:nvSpPr>
          <p:cNvPr id="4" name="PlaceHolder 3"/>
          <p:cNvSpPr>
            <a:spLocks noGrp="1"/>
          </p:cNvSpPr>
          <p:nvPr>
            <p:ph type="sldNum" idx="42"/>
          </p:nvPr>
        </p:nvSpPr>
        <p:spPr/>
        <p:txBody>
          <a:bodyPr/>
          <a:p>
            <a:fld id="{8FD5939D-7A06-4AB9-88D5-B29B025C1D5A}" type="slidenum">
              <a:t>&lt;#&gt;</a:t>
            </a:fld>
          </a:p>
        </p:txBody>
      </p:sp>
      <p:sp>
        <p:nvSpPr>
          <p:cNvPr id="5" name="PlaceHolder 4"/>
          <p:cNvSpPr>
            <a:spLocks noGrp="1"/>
          </p:cNvSpPr>
          <p:nvPr>
            <p:ph type="dt" idx="40"/>
          </p:nvPr>
        </p:nvSpPr>
        <p:spPr/>
        <p:txBody>
          <a:bodyPr/>
          <a:p>
            <a:r>
              <a:rPr lang="es-E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 blanco">
    <p:spTree>
      <p:nvGrpSpPr>
        <p:cNvPr id="1" name=""/>
        <p:cNvGrpSpPr/>
        <p:nvPr/>
      </p:nvGrpSpPr>
      <p:grpSpPr>
        <a:xfrm>
          <a:off x="0" y="0"/>
          <a:ext cx="0" cy="0"/>
          <a:chOff x="0" y="0"/>
          <a:chExt cx="0" cy="0"/>
        </a:xfrm>
      </p:grpSpPr>
      <p:sp>
        <p:nvSpPr>
          <p:cNvPr id="2" name="PlaceHolder 1"/>
          <p:cNvSpPr>
            <a:spLocks noGrp="1"/>
          </p:cNvSpPr>
          <p:nvPr>
            <p:ph type="ftr" idx="44"/>
          </p:nvPr>
        </p:nvSpPr>
        <p:spPr/>
        <p:txBody>
          <a:bodyPr/>
          <a:p>
            <a:r>
              <a:t>Footer</a:t>
            </a:r>
          </a:p>
        </p:txBody>
      </p:sp>
      <p:sp>
        <p:nvSpPr>
          <p:cNvPr id="3" name="PlaceHolder 2"/>
          <p:cNvSpPr>
            <a:spLocks noGrp="1"/>
          </p:cNvSpPr>
          <p:nvPr>
            <p:ph type="sldNum" idx="45"/>
          </p:nvPr>
        </p:nvSpPr>
        <p:spPr/>
        <p:txBody>
          <a:bodyPr/>
          <a:p>
            <a:fld id="{3A561229-CE05-42AF-A891-2F60BCFF09B4}" type="slidenum">
              <a:t>&lt;#&gt;</a:t>
            </a:fld>
          </a:p>
        </p:txBody>
      </p:sp>
      <p:sp>
        <p:nvSpPr>
          <p:cNvPr id="4" name="PlaceHolder 3"/>
          <p:cNvSpPr>
            <a:spLocks noGrp="1"/>
          </p:cNvSpPr>
          <p:nvPr>
            <p:ph type="dt" idx="43"/>
          </p:nvPr>
        </p:nvSpPr>
        <p:spPr/>
        <p:txBody>
          <a:bodyPr/>
          <a:p>
            <a:r>
              <a:rPr lang="es-E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En blanco">
    <p:spTree>
      <p:nvGrpSpPr>
        <p:cNvPr id="1" name=""/>
        <p:cNvGrpSpPr/>
        <p:nvPr/>
      </p:nvGrpSpPr>
      <p:grpSpPr>
        <a:xfrm>
          <a:off x="0" y="0"/>
          <a:ext cx="0" cy="0"/>
          <a:chOff x="0" y="0"/>
          <a:chExt cx="0" cy="0"/>
        </a:xfrm>
      </p:grpSpPr>
      <p:sp>
        <p:nvSpPr>
          <p:cNvPr id="130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130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30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5" name="PlaceHolder 4"/>
          <p:cNvSpPr>
            <a:spLocks noGrp="1"/>
          </p:cNvSpPr>
          <p:nvPr>
            <p:ph type="ftr" idx="44"/>
          </p:nvPr>
        </p:nvSpPr>
        <p:spPr/>
        <p:txBody>
          <a:bodyPr/>
          <a:p>
            <a:r>
              <a:t>Footer</a:t>
            </a:r>
          </a:p>
        </p:txBody>
      </p:sp>
      <p:sp>
        <p:nvSpPr>
          <p:cNvPr id="6" name="PlaceHolder 5"/>
          <p:cNvSpPr>
            <a:spLocks noGrp="1"/>
          </p:cNvSpPr>
          <p:nvPr>
            <p:ph type="sldNum" idx="45"/>
          </p:nvPr>
        </p:nvSpPr>
        <p:spPr/>
        <p:txBody>
          <a:bodyPr/>
          <a:p>
            <a:fld id="{6AB20750-55E8-42A9-9390-4EA353C7CE9E}" type="slidenum">
              <a:t>&lt;#&gt;</a:t>
            </a:fld>
          </a:p>
        </p:txBody>
      </p:sp>
      <p:sp>
        <p:nvSpPr>
          <p:cNvPr id="7" name="PlaceHolder 6"/>
          <p:cNvSpPr>
            <a:spLocks noGrp="1"/>
          </p:cNvSpPr>
          <p:nvPr>
            <p:ph type="dt" idx="43"/>
          </p:nvPr>
        </p:nvSpPr>
        <p:spPr/>
        <p:txBody>
          <a:bodyPr/>
          <a:p>
            <a:r>
              <a:rPr lang="es-E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En blanco">
    <p:spTree>
      <p:nvGrpSpPr>
        <p:cNvPr id="1" name=""/>
        <p:cNvGrpSpPr/>
        <p:nvPr/>
      </p:nvGrpSpPr>
      <p:grpSpPr>
        <a:xfrm>
          <a:off x="0" y="0"/>
          <a:ext cx="0" cy="0"/>
          <a:chOff x="0" y="0"/>
          <a:chExt cx="0" cy="0"/>
        </a:xfrm>
      </p:grpSpPr>
      <p:sp>
        <p:nvSpPr>
          <p:cNvPr id="2" name="PlaceHolder 1"/>
          <p:cNvSpPr>
            <a:spLocks noGrp="1"/>
          </p:cNvSpPr>
          <p:nvPr>
            <p:ph type="ftr" idx="44"/>
          </p:nvPr>
        </p:nvSpPr>
        <p:spPr/>
        <p:txBody>
          <a:bodyPr/>
          <a:p>
            <a:r>
              <a:t>Footer</a:t>
            </a:r>
          </a:p>
        </p:txBody>
      </p:sp>
      <p:sp>
        <p:nvSpPr>
          <p:cNvPr id="3" name="PlaceHolder 2"/>
          <p:cNvSpPr>
            <a:spLocks noGrp="1"/>
          </p:cNvSpPr>
          <p:nvPr>
            <p:ph type="sldNum" idx="45"/>
          </p:nvPr>
        </p:nvSpPr>
        <p:spPr/>
        <p:txBody>
          <a:bodyPr/>
          <a:p>
            <a:fld id="{78A6C942-7027-41B6-BC6C-7E005FAD9CC6}" type="slidenum">
              <a:t>&lt;#&gt;</a:t>
            </a:fld>
          </a:p>
        </p:txBody>
      </p:sp>
      <p:sp>
        <p:nvSpPr>
          <p:cNvPr id="4" name="PlaceHolder 3"/>
          <p:cNvSpPr>
            <a:spLocks noGrp="1"/>
          </p:cNvSpPr>
          <p:nvPr>
            <p:ph type="dt" idx="43"/>
          </p:nvPr>
        </p:nvSpPr>
        <p:spPr/>
        <p:txBody>
          <a:bodyPr/>
          <a:p>
            <a:r>
              <a:rPr lang="es-E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En blanco">
    <p:spTree>
      <p:nvGrpSpPr>
        <p:cNvPr id="1" name=""/>
        <p:cNvGrpSpPr/>
        <p:nvPr/>
      </p:nvGrpSpPr>
      <p:grpSpPr>
        <a:xfrm>
          <a:off x="0" y="0"/>
          <a:ext cx="0" cy="0"/>
          <a:chOff x="0" y="0"/>
          <a:chExt cx="0" cy="0"/>
        </a:xfrm>
      </p:grpSpPr>
      <p:sp>
        <p:nvSpPr>
          <p:cNvPr id="130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131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31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31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31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7" name="PlaceHolder 6"/>
          <p:cNvSpPr>
            <a:spLocks noGrp="1"/>
          </p:cNvSpPr>
          <p:nvPr>
            <p:ph type="ftr" idx="44"/>
          </p:nvPr>
        </p:nvSpPr>
        <p:spPr/>
        <p:txBody>
          <a:bodyPr/>
          <a:p>
            <a:r>
              <a:t>Footer</a:t>
            </a:r>
          </a:p>
        </p:txBody>
      </p:sp>
      <p:sp>
        <p:nvSpPr>
          <p:cNvPr id="8" name="PlaceHolder 7"/>
          <p:cNvSpPr>
            <a:spLocks noGrp="1"/>
          </p:cNvSpPr>
          <p:nvPr>
            <p:ph type="sldNum" idx="45"/>
          </p:nvPr>
        </p:nvSpPr>
        <p:spPr/>
        <p:txBody>
          <a:bodyPr/>
          <a:p>
            <a:fld id="{A5184A01-99A9-4909-8997-0E41135A335E}" type="slidenum">
              <a:t>&lt;#&gt;</a:t>
            </a:fld>
          </a:p>
        </p:txBody>
      </p:sp>
      <p:sp>
        <p:nvSpPr>
          <p:cNvPr id="9" name="PlaceHolder 8"/>
          <p:cNvSpPr>
            <a:spLocks noGrp="1"/>
          </p:cNvSpPr>
          <p:nvPr>
            <p:ph type="dt" idx="43"/>
          </p:nvPr>
        </p:nvSpPr>
        <p:spPr/>
        <p:txBody>
          <a:bodyPr/>
          <a:p>
            <a:r>
              <a:rPr lang="es-E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En blanco">
    <p:spTree>
      <p:nvGrpSpPr>
        <p:cNvPr id="1" name=""/>
        <p:cNvGrpSpPr/>
        <p:nvPr/>
      </p:nvGrpSpPr>
      <p:grpSpPr>
        <a:xfrm>
          <a:off x="0" y="0"/>
          <a:ext cx="0" cy="0"/>
          <a:chOff x="0" y="0"/>
          <a:chExt cx="0" cy="0"/>
        </a:xfrm>
      </p:grpSpPr>
      <p:sp>
        <p:nvSpPr>
          <p:cNvPr id="13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131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4" name="PlaceHolder 3"/>
          <p:cNvSpPr>
            <a:spLocks noGrp="1"/>
          </p:cNvSpPr>
          <p:nvPr>
            <p:ph type="ftr" idx="44"/>
          </p:nvPr>
        </p:nvSpPr>
        <p:spPr/>
        <p:txBody>
          <a:bodyPr/>
          <a:p>
            <a:r>
              <a:t>Footer</a:t>
            </a:r>
          </a:p>
        </p:txBody>
      </p:sp>
      <p:sp>
        <p:nvSpPr>
          <p:cNvPr id="5" name="PlaceHolder 4"/>
          <p:cNvSpPr>
            <a:spLocks noGrp="1"/>
          </p:cNvSpPr>
          <p:nvPr>
            <p:ph type="sldNum" idx="45"/>
          </p:nvPr>
        </p:nvSpPr>
        <p:spPr/>
        <p:txBody>
          <a:bodyPr/>
          <a:p>
            <a:fld id="{F2BB1A04-C077-4A37-AB85-857A02A051F3}" type="slidenum">
              <a:t>&lt;#&gt;</a:t>
            </a:fld>
          </a:p>
        </p:txBody>
      </p:sp>
      <p:sp>
        <p:nvSpPr>
          <p:cNvPr id="6" name="PlaceHolder 5"/>
          <p:cNvSpPr>
            <a:spLocks noGrp="1"/>
          </p:cNvSpPr>
          <p:nvPr>
            <p:ph type="dt" idx="43"/>
          </p:nvPr>
        </p:nvSpPr>
        <p:spPr/>
        <p:txBody>
          <a:bodyPr/>
          <a:p>
            <a:r>
              <a:rPr lang="es-E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En blanco">
    <p:spTree>
      <p:nvGrpSpPr>
        <p:cNvPr id="1" name=""/>
        <p:cNvGrpSpPr/>
        <p:nvPr/>
      </p:nvGrpSpPr>
      <p:grpSpPr>
        <a:xfrm>
          <a:off x="0" y="0"/>
          <a:ext cx="0" cy="0"/>
          <a:chOff x="0" y="0"/>
          <a:chExt cx="0" cy="0"/>
        </a:xfrm>
      </p:grpSpPr>
      <p:sp>
        <p:nvSpPr>
          <p:cNvPr id="13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3" name="PlaceHolder 2"/>
          <p:cNvSpPr>
            <a:spLocks noGrp="1"/>
          </p:cNvSpPr>
          <p:nvPr>
            <p:ph type="ftr" idx="44"/>
          </p:nvPr>
        </p:nvSpPr>
        <p:spPr/>
        <p:txBody>
          <a:bodyPr/>
          <a:p>
            <a:r>
              <a:t>Footer</a:t>
            </a:r>
          </a:p>
        </p:txBody>
      </p:sp>
      <p:sp>
        <p:nvSpPr>
          <p:cNvPr id="4" name="PlaceHolder 3"/>
          <p:cNvSpPr>
            <a:spLocks noGrp="1"/>
          </p:cNvSpPr>
          <p:nvPr>
            <p:ph type="sldNum" idx="45"/>
          </p:nvPr>
        </p:nvSpPr>
        <p:spPr/>
        <p:txBody>
          <a:bodyPr/>
          <a:p>
            <a:fld id="{3E538EB0-0FF1-4103-AB24-AA5982D47E3E}" type="slidenum">
              <a:t>&lt;#&gt;</a:t>
            </a:fld>
          </a:p>
        </p:txBody>
      </p:sp>
      <p:sp>
        <p:nvSpPr>
          <p:cNvPr id="5" name="PlaceHolder 4"/>
          <p:cNvSpPr>
            <a:spLocks noGrp="1"/>
          </p:cNvSpPr>
          <p:nvPr>
            <p:ph type="dt" idx="43"/>
          </p:nvPr>
        </p:nvSpPr>
        <p:spPr/>
        <p:txBody>
          <a:bodyPr/>
          <a:p>
            <a:r>
              <a:rPr lang="es-E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En blanco">
    <p:spTree>
      <p:nvGrpSpPr>
        <p:cNvPr id="1" name=""/>
        <p:cNvGrpSpPr/>
        <p:nvPr/>
      </p:nvGrpSpPr>
      <p:grpSpPr>
        <a:xfrm>
          <a:off x="0" y="0"/>
          <a:ext cx="0" cy="0"/>
          <a:chOff x="0" y="0"/>
          <a:chExt cx="0" cy="0"/>
        </a:xfrm>
      </p:grpSpPr>
      <p:sp>
        <p:nvSpPr>
          <p:cNvPr id="131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131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31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5" name="PlaceHolder 4"/>
          <p:cNvSpPr>
            <a:spLocks noGrp="1"/>
          </p:cNvSpPr>
          <p:nvPr>
            <p:ph type="ftr" idx="44"/>
          </p:nvPr>
        </p:nvSpPr>
        <p:spPr/>
        <p:txBody>
          <a:bodyPr/>
          <a:p>
            <a:r>
              <a:t>Footer</a:t>
            </a:r>
          </a:p>
        </p:txBody>
      </p:sp>
      <p:sp>
        <p:nvSpPr>
          <p:cNvPr id="6" name="PlaceHolder 5"/>
          <p:cNvSpPr>
            <a:spLocks noGrp="1"/>
          </p:cNvSpPr>
          <p:nvPr>
            <p:ph type="sldNum" idx="45"/>
          </p:nvPr>
        </p:nvSpPr>
        <p:spPr/>
        <p:txBody>
          <a:bodyPr/>
          <a:p>
            <a:fld id="{25A24BBC-B2F9-4D7F-B3B6-53E52D1723C6}" type="slidenum">
              <a:t>&lt;#&gt;</a:t>
            </a:fld>
          </a:p>
        </p:txBody>
      </p:sp>
      <p:sp>
        <p:nvSpPr>
          <p:cNvPr id="7" name="PlaceHolder 6"/>
          <p:cNvSpPr>
            <a:spLocks noGrp="1"/>
          </p:cNvSpPr>
          <p:nvPr>
            <p:ph type="dt" idx="43"/>
          </p:nvPr>
        </p:nvSpPr>
        <p:spPr/>
        <p:txBody>
          <a:bodyPr/>
          <a:p>
            <a:r>
              <a:rPr lang="es-E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En blanco">
    <p:spTree>
      <p:nvGrpSpPr>
        <p:cNvPr id="1" name=""/>
        <p:cNvGrpSpPr/>
        <p:nvPr/>
      </p:nvGrpSpPr>
      <p:grpSpPr>
        <a:xfrm>
          <a:off x="0" y="0"/>
          <a:ext cx="0" cy="0"/>
          <a:chOff x="0" y="0"/>
          <a:chExt cx="0" cy="0"/>
        </a:xfrm>
      </p:grpSpPr>
      <p:sp>
        <p:nvSpPr>
          <p:cNvPr id="132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132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32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32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6" name="PlaceHolder 5"/>
          <p:cNvSpPr>
            <a:spLocks noGrp="1"/>
          </p:cNvSpPr>
          <p:nvPr>
            <p:ph type="ftr" idx="44"/>
          </p:nvPr>
        </p:nvSpPr>
        <p:spPr/>
        <p:txBody>
          <a:bodyPr/>
          <a:p>
            <a:r>
              <a:t>Footer</a:t>
            </a:r>
          </a:p>
        </p:txBody>
      </p:sp>
      <p:sp>
        <p:nvSpPr>
          <p:cNvPr id="7" name="PlaceHolder 6"/>
          <p:cNvSpPr>
            <a:spLocks noGrp="1"/>
          </p:cNvSpPr>
          <p:nvPr>
            <p:ph type="sldNum" idx="45"/>
          </p:nvPr>
        </p:nvSpPr>
        <p:spPr/>
        <p:txBody>
          <a:bodyPr/>
          <a:p>
            <a:fld id="{BB641148-0AE6-4051-A5C9-6B7C7DC25EF6}" type="slidenum">
              <a:t>&lt;#&gt;</a:t>
            </a:fld>
          </a:p>
        </p:txBody>
      </p:sp>
      <p:sp>
        <p:nvSpPr>
          <p:cNvPr id="8" name="PlaceHolder 7"/>
          <p:cNvSpPr>
            <a:spLocks noGrp="1"/>
          </p:cNvSpPr>
          <p:nvPr>
            <p:ph type="dt" idx="43"/>
          </p:nvPr>
        </p:nvSpPr>
        <p:spPr/>
        <p:txBody>
          <a:bodyPr/>
          <a:p>
            <a:r>
              <a:rPr lang="es-E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En blanco">
    <p:spTree>
      <p:nvGrpSpPr>
        <p:cNvPr id="1" name=""/>
        <p:cNvGrpSpPr/>
        <p:nvPr/>
      </p:nvGrpSpPr>
      <p:grpSpPr>
        <a:xfrm>
          <a:off x="0" y="0"/>
          <a:ext cx="0" cy="0"/>
          <a:chOff x="0" y="0"/>
          <a:chExt cx="0" cy="0"/>
        </a:xfrm>
      </p:grpSpPr>
      <p:sp>
        <p:nvSpPr>
          <p:cNvPr id="132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132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32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327"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6" name="PlaceHolder 5"/>
          <p:cNvSpPr>
            <a:spLocks noGrp="1"/>
          </p:cNvSpPr>
          <p:nvPr>
            <p:ph type="ftr" idx="44"/>
          </p:nvPr>
        </p:nvSpPr>
        <p:spPr/>
        <p:txBody>
          <a:bodyPr/>
          <a:p>
            <a:r>
              <a:t>Footer</a:t>
            </a:r>
          </a:p>
        </p:txBody>
      </p:sp>
      <p:sp>
        <p:nvSpPr>
          <p:cNvPr id="7" name="PlaceHolder 6"/>
          <p:cNvSpPr>
            <a:spLocks noGrp="1"/>
          </p:cNvSpPr>
          <p:nvPr>
            <p:ph type="sldNum" idx="45"/>
          </p:nvPr>
        </p:nvSpPr>
        <p:spPr/>
        <p:txBody>
          <a:bodyPr/>
          <a:p>
            <a:fld id="{9A8C2FAA-41EA-43C3-B2BB-45B2FC2B7A07}" type="slidenum">
              <a:t>&lt;#&gt;</a:t>
            </a:fld>
          </a:p>
        </p:txBody>
      </p:sp>
      <p:sp>
        <p:nvSpPr>
          <p:cNvPr id="8" name="PlaceHolder 7"/>
          <p:cNvSpPr>
            <a:spLocks noGrp="1"/>
          </p:cNvSpPr>
          <p:nvPr>
            <p:ph type="dt" idx="43"/>
          </p:nvPr>
        </p:nvSpPr>
        <p:spPr/>
        <p:txBody>
          <a:bodyPr/>
          <a:p>
            <a:r>
              <a:rPr lang="es-ES"/>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En blanco">
    <p:spTree>
      <p:nvGrpSpPr>
        <p:cNvPr id="1" name=""/>
        <p:cNvGrpSpPr/>
        <p:nvPr/>
      </p:nvGrpSpPr>
      <p:grpSpPr>
        <a:xfrm>
          <a:off x="0" y="0"/>
          <a:ext cx="0" cy="0"/>
          <a:chOff x="0" y="0"/>
          <a:chExt cx="0" cy="0"/>
        </a:xfrm>
      </p:grpSpPr>
      <p:sp>
        <p:nvSpPr>
          <p:cNvPr id="13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132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33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1331"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2000" strike="noStrike" u="none">
              <a:solidFill>
                <a:schemeClr val="dk2">
                  <a:lumMod val="75000"/>
                </a:schemeClr>
              </a:solidFill>
              <a:uFillTx/>
              <a:latin typeface="Century Gothic"/>
            </a:endParaRPr>
          </a:p>
        </p:txBody>
      </p:sp>
      <p:sp>
        <p:nvSpPr>
          <p:cNvPr id="6" name="PlaceHolder 5"/>
          <p:cNvSpPr>
            <a:spLocks noGrp="1"/>
          </p:cNvSpPr>
          <p:nvPr>
            <p:ph type="ftr" idx="44"/>
          </p:nvPr>
        </p:nvSpPr>
        <p:spPr/>
        <p:txBody>
          <a:bodyPr/>
          <a:p>
            <a:r>
              <a:t>Footer</a:t>
            </a:r>
          </a:p>
        </p:txBody>
      </p:sp>
      <p:sp>
        <p:nvSpPr>
          <p:cNvPr id="7" name="PlaceHolder 6"/>
          <p:cNvSpPr>
            <a:spLocks noGrp="1"/>
          </p:cNvSpPr>
          <p:nvPr>
            <p:ph type="sldNum" idx="45"/>
          </p:nvPr>
        </p:nvSpPr>
        <p:spPr/>
        <p:txBody>
          <a:bodyPr/>
          <a:p>
            <a:fld id="{9705F0AA-3685-408B-B67C-8188C8ACB3F0}" type="slidenum">
              <a:t>&lt;#&gt;</a:t>
            </a:fld>
          </a:p>
        </p:txBody>
      </p:sp>
      <p:sp>
        <p:nvSpPr>
          <p:cNvPr id="8" name="PlaceHolder 7"/>
          <p:cNvSpPr>
            <a:spLocks noGrp="1"/>
          </p:cNvSpPr>
          <p:nvPr>
            <p:ph type="dt" idx="43"/>
          </p:nvPr>
        </p:nvSpPr>
        <p:spPr/>
        <p:txBody>
          <a:bodyPr/>
          <a:p>
            <a:r>
              <a:rPr lang="es-ES"/>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En blanco">
    <p:spTree>
      <p:nvGrpSpPr>
        <p:cNvPr id="1" name=""/>
        <p:cNvGrpSpPr/>
        <p:nvPr/>
      </p:nvGrpSpPr>
      <p:grpSpPr>
        <a:xfrm>
          <a:off x="0" y="0"/>
          <a:ext cx="0" cy="0"/>
          <a:chOff x="0" y="0"/>
          <a:chExt cx="0" cy="0"/>
        </a:xfrm>
      </p:grpSpPr>
      <p:sp>
        <p:nvSpPr>
          <p:cNvPr id="133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400" strike="noStrike" u="none">
              <a:solidFill>
                <a:srgbClr val="000000"/>
              </a:solidFill>
              <a:uFillTx/>
              <a:latin typeface="Arial"/>
            </a:endParaRPr>
          </a:p>
        </p:txBody>
      </p:sp>
      <p:sp>
        <p:nvSpPr>
          <p:cNvPr id="133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trike="noStrike" u="none">
              <a:solidFill>
                <a:srgbClr val="ffffff"/>
              </a:solidFill>
              <a:uFillTx/>
              <a:latin typeface="Arial"/>
            </a:endParaRPr>
          </a:p>
        </p:txBody>
      </p:sp>
      <p:sp>
        <p:nvSpPr>
          <p:cNvPr id="4" name="PlaceHolder 3"/>
          <p:cNvSpPr>
            <a:spLocks noGrp="1"/>
          </p:cNvSpPr>
          <p:nvPr>
            <p:ph type="ftr" idx="44"/>
          </p:nvPr>
        </p:nvSpPr>
        <p:spPr/>
        <p:txBody>
          <a:bodyPr/>
          <a:p>
            <a:r>
              <a:t>Footer</a:t>
            </a:r>
          </a:p>
        </p:txBody>
      </p:sp>
      <p:sp>
        <p:nvSpPr>
          <p:cNvPr id="5" name="PlaceHolder 4"/>
          <p:cNvSpPr>
            <a:spLocks noGrp="1"/>
          </p:cNvSpPr>
          <p:nvPr>
            <p:ph type="sldNum" idx="45"/>
          </p:nvPr>
        </p:nvSpPr>
        <p:spPr/>
        <p:txBody>
          <a:bodyPr/>
          <a:p>
            <a:fld id="{D3EA41DA-EFDC-430B-B652-05253537B820}" type="slidenum">
              <a:t>&lt;#&gt;</a:t>
            </a:fld>
          </a:p>
        </p:txBody>
      </p:sp>
      <p:sp>
        <p:nvSpPr>
          <p:cNvPr id="6" name="PlaceHolder 5"/>
          <p:cNvSpPr>
            <a:spLocks noGrp="1"/>
          </p:cNvSpPr>
          <p:nvPr>
            <p:ph type="dt" idx="43"/>
          </p:nvPr>
        </p:nvSpPr>
        <p:spPr/>
        <p:txBody>
          <a:bodyPr/>
          <a:p>
            <a:r>
              <a:rPr lang="es-ES"/>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En blanco">
    <p:spTree>
      <p:nvGrpSpPr>
        <p:cNvPr id="1" name=""/>
        <p:cNvGrpSpPr/>
        <p:nvPr/>
      </p:nvGrpSpPr>
      <p:grpSpPr>
        <a:xfrm>
          <a:off x="0" y="0"/>
          <a:ext cx="0" cy="0"/>
          <a:chOff x="0" y="0"/>
          <a:chExt cx="0" cy="0"/>
        </a:xfrm>
      </p:grpSpPr>
      <p:sp>
        <p:nvSpPr>
          <p:cNvPr id="2" name="PlaceHolder 1"/>
          <p:cNvSpPr>
            <a:spLocks noGrp="1"/>
          </p:cNvSpPr>
          <p:nvPr>
            <p:ph type="ftr" idx="44"/>
          </p:nvPr>
        </p:nvSpPr>
        <p:spPr/>
        <p:txBody>
          <a:bodyPr/>
          <a:p>
            <a:r>
              <a:t>Footer</a:t>
            </a:r>
          </a:p>
        </p:txBody>
      </p:sp>
      <p:sp>
        <p:nvSpPr>
          <p:cNvPr id="3" name="PlaceHolder 2"/>
          <p:cNvSpPr>
            <a:spLocks noGrp="1"/>
          </p:cNvSpPr>
          <p:nvPr>
            <p:ph type="sldNum" idx="45"/>
          </p:nvPr>
        </p:nvSpPr>
        <p:spPr/>
        <p:txBody>
          <a:bodyPr/>
          <a:p>
            <a:fld id="{CE429239-2863-413C-8C34-803DB1C5FAB3}" type="slidenum">
              <a:t>&lt;#&gt;</a:t>
            </a:fld>
          </a:p>
        </p:txBody>
      </p:sp>
      <p:sp>
        <p:nvSpPr>
          <p:cNvPr id="4" name="PlaceHolder 3"/>
          <p:cNvSpPr>
            <a:spLocks noGrp="1"/>
          </p:cNvSpPr>
          <p:nvPr>
            <p:ph type="dt" idx="43"/>
          </p:nvPr>
        </p:nvSpPr>
        <p:spPr/>
        <p:txBody>
          <a:bodyPr/>
          <a:p>
            <a:r>
              <a:rPr lang="es-ES"/>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título">
    <p:spTree>
      <p:nvGrpSpPr>
        <p:cNvPr id="1" name=""/>
        <p:cNvGrpSpPr/>
        <p:nvPr/>
      </p:nvGrpSpPr>
      <p:grpSpPr>
        <a:xfrm>
          <a:off x="0" y="0"/>
          <a:ext cx="0" cy="0"/>
          <a:chOff x="0" y="0"/>
          <a:chExt cx="0" cy="0"/>
        </a:xfrm>
      </p:grpSpPr>
      <p:sp>
        <p:nvSpPr>
          <p:cNvPr id="2" name="PlaceHolder 1"/>
          <p:cNvSpPr>
            <a:spLocks noGrp="1"/>
          </p:cNvSpPr>
          <p:nvPr>
            <p:ph type="ftr" idx="47"/>
          </p:nvPr>
        </p:nvSpPr>
        <p:spPr/>
        <p:txBody>
          <a:bodyPr/>
          <a:p>
            <a:r>
              <a:t>Footer</a:t>
            </a:r>
          </a:p>
        </p:txBody>
      </p:sp>
      <p:sp>
        <p:nvSpPr>
          <p:cNvPr id="3" name="PlaceHolder 2"/>
          <p:cNvSpPr>
            <a:spLocks noGrp="1"/>
          </p:cNvSpPr>
          <p:nvPr>
            <p:ph type="sldNum" idx="48"/>
          </p:nvPr>
        </p:nvSpPr>
        <p:spPr/>
        <p:txBody>
          <a:bodyPr/>
          <a:p>
            <a:fld id="{E2CA463F-5EFB-4AF3-8351-FDC3A9F3C8E8}" type="slidenum">
              <a:t>&lt;#&gt;</a:t>
            </a:fld>
          </a:p>
        </p:txBody>
      </p:sp>
      <p:sp>
        <p:nvSpPr>
          <p:cNvPr id="4" name="PlaceHolder 3"/>
          <p:cNvSpPr>
            <a:spLocks noGrp="1"/>
          </p:cNvSpPr>
          <p:nvPr>
            <p:ph type="dt" idx="46"/>
          </p:nvPr>
        </p:nvSpPr>
        <p:spPr/>
        <p:txBody>
          <a:bodyPr/>
          <a:p>
            <a:r>
              <a:rPr lang="es-ES"/>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n con título">
    <p:spTree>
      <p:nvGrpSpPr>
        <p:cNvPr id="1" name=""/>
        <p:cNvGrpSpPr/>
        <p:nvPr/>
      </p:nvGrpSpPr>
      <p:grpSpPr>
        <a:xfrm>
          <a:off x="0" y="0"/>
          <a:ext cx="0" cy="0"/>
          <a:chOff x="0" y="0"/>
          <a:chExt cx="0" cy="0"/>
        </a:xfrm>
      </p:grpSpPr>
      <p:sp>
        <p:nvSpPr>
          <p:cNvPr id="2" name="PlaceHolder 1"/>
          <p:cNvSpPr>
            <a:spLocks noGrp="1"/>
          </p:cNvSpPr>
          <p:nvPr>
            <p:ph type="ftr" idx="50"/>
          </p:nvPr>
        </p:nvSpPr>
        <p:spPr/>
        <p:txBody>
          <a:bodyPr/>
          <a:p>
            <a:r>
              <a:t>Footer</a:t>
            </a:r>
          </a:p>
        </p:txBody>
      </p:sp>
      <p:sp>
        <p:nvSpPr>
          <p:cNvPr id="3" name="PlaceHolder 2"/>
          <p:cNvSpPr>
            <a:spLocks noGrp="1"/>
          </p:cNvSpPr>
          <p:nvPr>
            <p:ph type="sldNum" idx="51"/>
          </p:nvPr>
        </p:nvSpPr>
        <p:spPr/>
        <p:txBody>
          <a:bodyPr/>
          <a:p>
            <a:fld id="{6D969A9D-7C53-4566-AF1B-26A386285999}" type="slidenum">
              <a:t>&lt;#&gt;</a:t>
            </a:fld>
          </a:p>
        </p:txBody>
      </p:sp>
      <p:sp>
        <p:nvSpPr>
          <p:cNvPr id="4" name="PlaceHolder 3"/>
          <p:cNvSpPr>
            <a:spLocks noGrp="1"/>
          </p:cNvSpPr>
          <p:nvPr>
            <p:ph type="dt" idx="49"/>
          </p:nvPr>
        </p:nvSpPr>
        <p:spPr/>
        <p:txBody>
          <a:bodyPr/>
          <a:p>
            <a:r>
              <a:rPr lang="es-E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slideLayout" Target="../slideLayouts/slideLayout37.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slideLayout" Target="../slideLayouts/slideLayout38.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slideLayout" Target="../slideLayouts/slideLayout39.xml"/>
</Relationships>
</file>

<file path=ppt/slideMasters/_rels/slideMaster40.xml.rels><?xml version="1.0" encoding="UTF-8"?>
<Relationships xmlns="http://schemas.openxmlformats.org/package/2006/relationships"><Relationship Id="rId1" Type="http://schemas.openxmlformats.org/officeDocument/2006/relationships/theme" Target="../theme/theme40.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9" Type="http://schemas.openxmlformats.org/officeDocument/2006/relationships/slideLayout" Target="../slideLayouts/slideLayout47.xml"/><Relationship Id="rId10" Type="http://schemas.openxmlformats.org/officeDocument/2006/relationships/slideLayout" Target="../slideLayouts/slideLayout48.xml"/><Relationship Id="rId11" Type="http://schemas.openxmlformats.org/officeDocument/2006/relationships/slideLayout" Target="../slideLayouts/slideLayout49.xml"/><Relationship Id="rId12" Type="http://schemas.openxmlformats.org/officeDocument/2006/relationships/slideLayout" Target="../slideLayouts/slideLayout50.xml"/><Relationship Id="rId13" Type="http://schemas.openxmlformats.org/officeDocument/2006/relationships/slideLayout" Target="../slideLayouts/slideLayout51.xml"/>
</Relationships>
</file>

<file path=ppt/slideMasters/_rels/slideMaster41.xml.rels><?xml version="1.0" encoding="UTF-8"?>
<Relationships xmlns="http://schemas.openxmlformats.org/package/2006/relationships"><Relationship Id="rId1" Type="http://schemas.openxmlformats.org/officeDocument/2006/relationships/theme" Target="../theme/theme41.xml"/><Relationship Id="rId2" Type="http://schemas.openxmlformats.org/officeDocument/2006/relationships/slideLayout" Target="../slideLayouts/slideLayout52.xml"/>
</Relationships>
</file>

<file path=ppt/slideMasters/_rels/slideMaster42.xml.rels><?xml version="1.0" encoding="UTF-8"?>
<Relationships xmlns="http://schemas.openxmlformats.org/package/2006/relationships"><Relationship Id="rId1" Type="http://schemas.openxmlformats.org/officeDocument/2006/relationships/theme" Target="../theme/theme42.xml"/><Relationship Id="rId2" Type="http://schemas.openxmlformats.org/officeDocument/2006/relationships/slideLayout" Target="../slideLayouts/slideLayout5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0" name="Google Shape;256;p27" descr="\\DROBO-FS\QuickDrops\JB\PPTX NG\Droplets\LightingOverlay.png"/>
          <p:cNvPicPr/>
          <p:nvPr/>
        </p:nvPicPr>
        <p:blipFill>
          <a:blip r:embed="rId3"/>
          <a:stretch/>
        </p:blipFill>
        <p:spPr>
          <a:xfrm>
            <a:off x="0" y="0"/>
            <a:ext cx="12191400" cy="6857280"/>
          </a:xfrm>
          <a:prstGeom prst="rect">
            <a:avLst/>
          </a:prstGeom>
          <a:ln w="0">
            <a:noFill/>
          </a:ln>
        </p:spPr>
      </p:pic>
      <p:grpSp>
        <p:nvGrpSpPr>
          <p:cNvPr id="1" name="Google Shape;257;p27"/>
          <p:cNvGrpSpPr/>
          <p:nvPr/>
        </p:nvGrpSpPr>
        <p:grpSpPr>
          <a:xfrm>
            <a:off x="-14400" y="0"/>
            <a:ext cx="12053160" cy="6857280"/>
            <a:chOff x="-14400" y="0"/>
            <a:chExt cx="12053160" cy="6857280"/>
          </a:xfrm>
        </p:grpSpPr>
        <p:grpSp>
          <p:nvGrpSpPr>
            <p:cNvPr id="2" name="Google Shape;258;p27"/>
            <p:cNvGrpSpPr/>
            <p:nvPr/>
          </p:nvGrpSpPr>
          <p:grpSpPr>
            <a:xfrm>
              <a:off x="-14400" y="0"/>
              <a:ext cx="1220400" cy="6857280"/>
              <a:chOff x="-14400" y="0"/>
              <a:chExt cx="1220400" cy="6857280"/>
            </a:xfrm>
          </p:grpSpPr>
          <p:sp>
            <p:nvSpPr>
              <p:cNvPr id="3" name="Google Shape;259;p27"/>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 name="Google Shape;260;p27"/>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 name="Google Shape;261;p2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 name="Google Shape;262;p27"/>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 name="Google Shape;263;p27"/>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 name="Google Shape;264;p27"/>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 name="Google Shape;265;p27"/>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 name="Google Shape;266;p27"/>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1" name="Google Shape;267;p27"/>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2" name="Google Shape;268;p27"/>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3" name="Google Shape;269;p27"/>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14" name="Google Shape;270;p27"/>
              <p:cNvCxnSpPr/>
              <p:nvPr/>
            </p:nvCxnSpPr>
            <p:spPr>
              <a:xfrm>
                <a:off x="-4680" y="9360"/>
                <a:ext cx="720" cy="720"/>
              </a:xfrm>
              <a:prstGeom prst="straightConnector1">
                <a:avLst/>
              </a:prstGeom>
              <a:ln w="9525">
                <a:solidFill>
                  <a:srgbClr val="ffffff"/>
                </a:solidFill>
                <a:round/>
              </a:ln>
            </p:spPr>
          </p:cxnSp>
          <p:sp>
            <p:nvSpPr>
              <p:cNvPr id="15" name="Google Shape;271;p2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6" name="Google Shape;272;p27"/>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7" name="Google Shape;273;p27"/>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8" name="Google Shape;274;p27"/>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9" name="Google Shape;275;p27"/>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0" name="Google Shape;276;p27"/>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1" name="Google Shape;277;p27"/>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2" name="Google Shape;278;p27"/>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3" name="Google Shape;279;p27"/>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4" name="Google Shape;280;p27"/>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5" name="Google Shape;281;p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6" name="Google Shape;282;p27"/>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7" name="Google Shape;283;p27"/>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8" name="Google Shape;284;p27"/>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9" name="Google Shape;285;p27"/>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30" name="Google Shape;286;p27"/>
            <p:cNvGrpSpPr/>
            <p:nvPr/>
          </p:nvGrpSpPr>
          <p:grpSpPr>
            <a:xfrm>
              <a:off x="11364840" y="0"/>
              <a:ext cx="673920" cy="6847920"/>
              <a:chOff x="11364840" y="0"/>
              <a:chExt cx="673920" cy="6847920"/>
            </a:xfrm>
          </p:grpSpPr>
          <p:sp>
            <p:nvSpPr>
              <p:cNvPr id="31" name="Google Shape;287;p27"/>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2" name="Google Shape;288;p27"/>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3" name="Google Shape;289;p27"/>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4" name="Google Shape;290;p27"/>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5" name="Google Shape;291;p27"/>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6" name="Google Shape;292;p2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7" name="Google Shape;293;p27"/>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8" name="Google Shape;294;p27"/>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9" name="Google Shape;295;p27"/>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0" name="Google Shape;296;p27"/>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Tree>
  </p:cSld>
  <p:clrMap bg1="dk1" tx1="lt1" bg2="dk2" tx2="lt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41" name="Google Shape;256;p27" descr="\\DROBO-FS\QuickDrops\JB\PPTX NG\Droplets\LightingOverlay.png"/>
          <p:cNvPicPr/>
          <p:nvPr/>
        </p:nvPicPr>
        <p:blipFill>
          <a:blip r:embed="rId3"/>
          <a:stretch/>
        </p:blipFill>
        <p:spPr>
          <a:xfrm>
            <a:off x="0" y="0"/>
            <a:ext cx="12191400" cy="6857280"/>
          </a:xfrm>
          <a:prstGeom prst="rect">
            <a:avLst/>
          </a:prstGeom>
          <a:ln w="0">
            <a:noFill/>
          </a:ln>
        </p:spPr>
      </p:pic>
      <p:grpSp>
        <p:nvGrpSpPr>
          <p:cNvPr id="42" name="Google Shape;257;p27"/>
          <p:cNvGrpSpPr/>
          <p:nvPr/>
        </p:nvGrpSpPr>
        <p:grpSpPr>
          <a:xfrm>
            <a:off x="-14400" y="0"/>
            <a:ext cx="12053160" cy="6857280"/>
            <a:chOff x="-14400" y="0"/>
            <a:chExt cx="12053160" cy="6857280"/>
          </a:xfrm>
        </p:grpSpPr>
        <p:grpSp>
          <p:nvGrpSpPr>
            <p:cNvPr id="43" name="Google Shape;258;p27"/>
            <p:cNvGrpSpPr/>
            <p:nvPr/>
          </p:nvGrpSpPr>
          <p:grpSpPr>
            <a:xfrm>
              <a:off x="-14400" y="0"/>
              <a:ext cx="1220400" cy="6857280"/>
              <a:chOff x="-14400" y="0"/>
              <a:chExt cx="1220400" cy="6857280"/>
            </a:xfrm>
          </p:grpSpPr>
          <p:sp>
            <p:nvSpPr>
              <p:cNvPr id="44" name="Google Shape;259;p27"/>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5" name="Google Shape;260;p27"/>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6" name="Google Shape;261;p2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7" name="Google Shape;262;p27"/>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8" name="Google Shape;263;p27"/>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9" name="Google Shape;264;p27"/>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0" name="Google Shape;265;p27"/>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1" name="Google Shape;266;p27"/>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2" name="Google Shape;267;p27"/>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3" name="Google Shape;268;p27"/>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4" name="Google Shape;269;p27"/>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55" name="Google Shape;270;p27"/>
              <p:cNvCxnSpPr/>
              <p:nvPr/>
            </p:nvCxnSpPr>
            <p:spPr>
              <a:xfrm>
                <a:off x="-4680" y="9360"/>
                <a:ext cx="720" cy="720"/>
              </a:xfrm>
              <a:prstGeom prst="straightConnector1">
                <a:avLst/>
              </a:prstGeom>
              <a:ln w="9525">
                <a:solidFill>
                  <a:srgbClr val="ffffff"/>
                </a:solidFill>
                <a:round/>
              </a:ln>
            </p:spPr>
          </p:cxnSp>
          <p:sp>
            <p:nvSpPr>
              <p:cNvPr id="56" name="Google Shape;271;p2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7" name="Google Shape;272;p27"/>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8" name="Google Shape;273;p27"/>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9" name="Google Shape;274;p27"/>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0" name="Google Shape;275;p27"/>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1" name="Google Shape;276;p27"/>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2" name="Google Shape;277;p27"/>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3" name="Google Shape;278;p27"/>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4" name="Google Shape;279;p27"/>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5" name="Google Shape;280;p27"/>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6" name="Google Shape;281;p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7" name="Google Shape;282;p27"/>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8" name="Google Shape;283;p27"/>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9" name="Google Shape;284;p27"/>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0" name="Google Shape;285;p27"/>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71" name="Google Shape;286;p27"/>
            <p:cNvGrpSpPr/>
            <p:nvPr/>
          </p:nvGrpSpPr>
          <p:grpSpPr>
            <a:xfrm>
              <a:off x="11364840" y="0"/>
              <a:ext cx="673920" cy="6847920"/>
              <a:chOff x="11364840" y="0"/>
              <a:chExt cx="673920" cy="6847920"/>
            </a:xfrm>
          </p:grpSpPr>
          <p:sp>
            <p:nvSpPr>
              <p:cNvPr id="72" name="Google Shape;287;p27"/>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3" name="Google Shape;288;p27"/>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4" name="Google Shape;289;p27"/>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5" name="Google Shape;290;p27"/>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6" name="Google Shape;291;p27"/>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7" name="Google Shape;292;p2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8" name="Google Shape;293;p27"/>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9" name="Google Shape;294;p27"/>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0" name="Google Shape;295;p27"/>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1" name="Google Shape;296;p27"/>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82"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
        <p:nvSpPr>
          <p:cNvPr id="83" name="PlaceHolder 2"/>
          <p:cNvSpPr>
            <a:spLocks noGrp="1"/>
          </p:cNvSpPr>
          <p:nvPr>
            <p:ph type="body"/>
          </p:nvPr>
        </p:nvSpPr>
        <p:spPr>
          <a:xfrm>
            <a:off x="1141560" y="2249640"/>
            <a:ext cx="9905400" cy="1688760"/>
          </a:xfrm>
          <a:prstGeom prst="rect">
            <a:avLst/>
          </a:prstGeom>
          <a:noFill/>
          <a:ln w="0">
            <a:noFill/>
          </a:ln>
        </p:spPr>
        <p:txBody>
          <a:bodyPr lIns="0" rIns="0" tIns="0" bIns="0" anchor="t">
            <a:normAutofit fontScale="85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84" name="PlaceHolder 3"/>
          <p:cNvSpPr>
            <a:spLocks noGrp="1"/>
          </p:cNvSpPr>
          <p:nvPr>
            <p:ph type="body"/>
          </p:nvPr>
        </p:nvSpPr>
        <p:spPr>
          <a:xfrm>
            <a:off x="1141560" y="4099680"/>
            <a:ext cx="9905400" cy="1688760"/>
          </a:xfrm>
          <a:prstGeom prst="rect">
            <a:avLst/>
          </a:prstGeom>
          <a:noFill/>
          <a:ln w="0">
            <a:noFill/>
          </a:ln>
        </p:spPr>
        <p:txBody>
          <a:bodyPr lIns="0" rIns="0" tIns="0" bIns="0" anchor="t">
            <a:normAutofit fontScale="85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88" name="Google Shape;256;p27" descr="\\DROBO-FS\QuickDrops\JB\PPTX NG\Droplets\LightingOverlay.png"/>
          <p:cNvPicPr/>
          <p:nvPr/>
        </p:nvPicPr>
        <p:blipFill>
          <a:blip r:embed="rId3"/>
          <a:stretch/>
        </p:blipFill>
        <p:spPr>
          <a:xfrm>
            <a:off x="0" y="0"/>
            <a:ext cx="12191400" cy="6857280"/>
          </a:xfrm>
          <a:prstGeom prst="rect">
            <a:avLst/>
          </a:prstGeom>
          <a:ln w="0">
            <a:noFill/>
          </a:ln>
        </p:spPr>
      </p:pic>
      <p:grpSp>
        <p:nvGrpSpPr>
          <p:cNvPr id="89" name="Google Shape;257;p27"/>
          <p:cNvGrpSpPr/>
          <p:nvPr/>
        </p:nvGrpSpPr>
        <p:grpSpPr>
          <a:xfrm>
            <a:off x="-14400" y="0"/>
            <a:ext cx="12053160" cy="6857280"/>
            <a:chOff x="-14400" y="0"/>
            <a:chExt cx="12053160" cy="6857280"/>
          </a:xfrm>
        </p:grpSpPr>
        <p:grpSp>
          <p:nvGrpSpPr>
            <p:cNvPr id="90" name="Google Shape;258;p27"/>
            <p:cNvGrpSpPr/>
            <p:nvPr/>
          </p:nvGrpSpPr>
          <p:grpSpPr>
            <a:xfrm>
              <a:off x="-14400" y="0"/>
              <a:ext cx="1220400" cy="6857280"/>
              <a:chOff x="-14400" y="0"/>
              <a:chExt cx="1220400" cy="6857280"/>
            </a:xfrm>
          </p:grpSpPr>
          <p:sp>
            <p:nvSpPr>
              <p:cNvPr id="91" name="Google Shape;259;p27"/>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2" name="Google Shape;260;p27"/>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3" name="Google Shape;261;p2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4" name="Google Shape;262;p27"/>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5" name="Google Shape;263;p27"/>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6" name="Google Shape;264;p27"/>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7" name="Google Shape;265;p27"/>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8" name="Google Shape;266;p27"/>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9" name="Google Shape;267;p27"/>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0" name="Google Shape;268;p27"/>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1" name="Google Shape;269;p27"/>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102" name="Google Shape;270;p27"/>
              <p:cNvCxnSpPr/>
              <p:nvPr/>
            </p:nvCxnSpPr>
            <p:spPr>
              <a:xfrm>
                <a:off x="-4680" y="9360"/>
                <a:ext cx="720" cy="720"/>
              </a:xfrm>
              <a:prstGeom prst="straightConnector1">
                <a:avLst/>
              </a:prstGeom>
              <a:ln w="9525">
                <a:solidFill>
                  <a:srgbClr val="ffffff"/>
                </a:solidFill>
                <a:round/>
              </a:ln>
            </p:spPr>
          </p:cxnSp>
          <p:sp>
            <p:nvSpPr>
              <p:cNvPr id="103" name="Google Shape;271;p2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4" name="Google Shape;272;p27"/>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5" name="Google Shape;273;p27"/>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6" name="Google Shape;274;p27"/>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7" name="Google Shape;275;p27"/>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8" name="Google Shape;276;p27"/>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9" name="Google Shape;277;p27"/>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10" name="Google Shape;278;p27"/>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11" name="Google Shape;279;p27"/>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12" name="Google Shape;280;p27"/>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13" name="Google Shape;281;p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14" name="Google Shape;282;p27"/>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15" name="Google Shape;283;p27"/>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16" name="Google Shape;284;p27"/>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17" name="Google Shape;285;p27"/>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118" name="Google Shape;286;p27"/>
            <p:cNvGrpSpPr/>
            <p:nvPr/>
          </p:nvGrpSpPr>
          <p:grpSpPr>
            <a:xfrm>
              <a:off x="11364840" y="0"/>
              <a:ext cx="673920" cy="6847920"/>
              <a:chOff x="11364840" y="0"/>
              <a:chExt cx="673920" cy="6847920"/>
            </a:xfrm>
          </p:grpSpPr>
          <p:sp>
            <p:nvSpPr>
              <p:cNvPr id="119" name="Google Shape;287;p27"/>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20" name="Google Shape;288;p27"/>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21" name="Google Shape;289;p27"/>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22" name="Google Shape;290;p27"/>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23" name="Google Shape;291;p27"/>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24" name="Google Shape;292;p2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25" name="Google Shape;293;p27"/>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26" name="Google Shape;294;p27"/>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27" name="Google Shape;295;p27"/>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28" name="Google Shape;296;p27"/>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129"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
        <p:nvSpPr>
          <p:cNvPr id="130" name="PlaceHolder 2"/>
          <p:cNvSpPr>
            <a:spLocks noGrp="1"/>
          </p:cNvSpPr>
          <p:nvPr>
            <p:ph type="body"/>
          </p:nvPr>
        </p:nvSpPr>
        <p:spPr>
          <a:xfrm>
            <a:off x="1141560" y="2249640"/>
            <a:ext cx="4833360" cy="1688760"/>
          </a:xfrm>
          <a:prstGeom prst="rect">
            <a:avLst/>
          </a:prstGeom>
          <a:noFill/>
          <a:ln w="0">
            <a:noFill/>
          </a:ln>
        </p:spPr>
        <p:txBody>
          <a:bodyPr lIns="0" rIns="0" tIns="0" bIns="0" anchor="t">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131" name="PlaceHolder 3"/>
          <p:cNvSpPr>
            <a:spLocks noGrp="1"/>
          </p:cNvSpPr>
          <p:nvPr>
            <p:ph type="body"/>
          </p:nvPr>
        </p:nvSpPr>
        <p:spPr>
          <a:xfrm>
            <a:off x="6217200" y="2249640"/>
            <a:ext cx="4833360" cy="1688760"/>
          </a:xfrm>
          <a:prstGeom prst="rect">
            <a:avLst/>
          </a:prstGeom>
          <a:noFill/>
          <a:ln w="0">
            <a:noFill/>
          </a:ln>
        </p:spPr>
        <p:txBody>
          <a:bodyPr lIns="0" rIns="0" tIns="0" bIns="0" anchor="t">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132" name="PlaceHolder 4"/>
          <p:cNvSpPr>
            <a:spLocks noGrp="1"/>
          </p:cNvSpPr>
          <p:nvPr>
            <p:ph type="body"/>
          </p:nvPr>
        </p:nvSpPr>
        <p:spPr>
          <a:xfrm>
            <a:off x="1141560" y="4099680"/>
            <a:ext cx="4833360" cy="1688760"/>
          </a:xfrm>
          <a:prstGeom prst="rect">
            <a:avLst/>
          </a:prstGeom>
          <a:noFill/>
          <a:ln w="0">
            <a:noFill/>
          </a:ln>
        </p:spPr>
        <p:txBody>
          <a:bodyPr lIns="0" rIns="0" tIns="0" bIns="0" anchor="t">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133" name="PlaceHolder 5"/>
          <p:cNvSpPr>
            <a:spLocks noGrp="1"/>
          </p:cNvSpPr>
          <p:nvPr>
            <p:ph type="body"/>
          </p:nvPr>
        </p:nvSpPr>
        <p:spPr>
          <a:xfrm>
            <a:off x="6217200" y="4099680"/>
            <a:ext cx="4833360" cy="1688760"/>
          </a:xfrm>
          <a:prstGeom prst="rect">
            <a:avLst/>
          </a:prstGeom>
          <a:noFill/>
          <a:ln w="0">
            <a:noFill/>
          </a:ln>
        </p:spPr>
        <p:txBody>
          <a:bodyPr lIns="0" rIns="0" tIns="0" bIns="0" anchor="t">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139" name="Google Shape;256;p27" descr="\\DROBO-FS\QuickDrops\JB\PPTX NG\Droplets\LightingOverlay.png"/>
          <p:cNvPicPr/>
          <p:nvPr/>
        </p:nvPicPr>
        <p:blipFill>
          <a:blip r:embed="rId3"/>
          <a:stretch/>
        </p:blipFill>
        <p:spPr>
          <a:xfrm>
            <a:off x="0" y="0"/>
            <a:ext cx="12191400" cy="6857280"/>
          </a:xfrm>
          <a:prstGeom prst="rect">
            <a:avLst/>
          </a:prstGeom>
          <a:ln w="0">
            <a:noFill/>
          </a:ln>
        </p:spPr>
      </p:pic>
      <p:grpSp>
        <p:nvGrpSpPr>
          <p:cNvPr id="140" name="Google Shape;257;p27"/>
          <p:cNvGrpSpPr/>
          <p:nvPr/>
        </p:nvGrpSpPr>
        <p:grpSpPr>
          <a:xfrm>
            <a:off x="-14400" y="0"/>
            <a:ext cx="12053160" cy="6857280"/>
            <a:chOff x="-14400" y="0"/>
            <a:chExt cx="12053160" cy="6857280"/>
          </a:xfrm>
        </p:grpSpPr>
        <p:grpSp>
          <p:nvGrpSpPr>
            <p:cNvPr id="141" name="Google Shape;258;p27"/>
            <p:cNvGrpSpPr/>
            <p:nvPr/>
          </p:nvGrpSpPr>
          <p:grpSpPr>
            <a:xfrm>
              <a:off x="-14400" y="0"/>
              <a:ext cx="1220400" cy="6857280"/>
              <a:chOff x="-14400" y="0"/>
              <a:chExt cx="1220400" cy="6857280"/>
            </a:xfrm>
          </p:grpSpPr>
          <p:sp>
            <p:nvSpPr>
              <p:cNvPr id="142" name="Google Shape;259;p27"/>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43" name="Google Shape;260;p27"/>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44" name="Google Shape;261;p2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45" name="Google Shape;262;p27"/>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46" name="Google Shape;263;p27"/>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47" name="Google Shape;264;p27"/>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48" name="Google Shape;265;p27"/>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49" name="Google Shape;266;p27"/>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50" name="Google Shape;267;p27"/>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51" name="Google Shape;268;p27"/>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52" name="Google Shape;269;p27"/>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153" name="Google Shape;270;p27"/>
              <p:cNvCxnSpPr/>
              <p:nvPr/>
            </p:nvCxnSpPr>
            <p:spPr>
              <a:xfrm>
                <a:off x="-4680" y="9360"/>
                <a:ext cx="720" cy="720"/>
              </a:xfrm>
              <a:prstGeom prst="straightConnector1">
                <a:avLst/>
              </a:prstGeom>
              <a:ln w="9525">
                <a:solidFill>
                  <a:srgbClr val="ffffff"/>
                </a:solidFill>
                <a:round/>
              </a:ln>
            </p:spPr>
          </p:cxnSp>
          <p:sp>
            <p:nvSpPr>
              <p:cNvPr id="154" name="Google Shape;271;p2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55" name="Google Shape;272;p27"/>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56" name="Google Shape;273;p27"/>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57" name="Google Shape;274;p27"/>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58" name="Google Shape;275;p27"/>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59" name="Google Shape;276;p27"/>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60" name="Google Shape;277;p27"/>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61" name="Google Shape;278;p27"/>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62" name="Google Shape;279;p27"/>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63" name="Google Shape;280;p27"/>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64" name="Google Shape;281;p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65" name="Google Shape;282;p27"/>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66" name="Google Shape;283;p27"/>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67" name="Google Shape;284;p27"/>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68" name="Google Shape;285;p27"/>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169" name="Google Shape;286;p27"/>
            <p:cNvGrpSpPr/>
            <p:nvPr/>
          </p:nvGrpSpPr>
          <p:grpSpPr>
            <a:xfrm>
              <a:off x="11364840" y="0"/>
              <a:ext cx="673920" cy="6847920"/>
              <a:chOff x="11364840" y="0"/>
              <a:chExt cx="673920" cy="6847920"/>
            </a:xfrm>
          </p:grpSpPr>
          <p:sp>
            <p:nvSpPr>
              <p:cNvPr id="170" name="Google Shape;287;p27"/>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71" name="Google Shape;288;p27"/>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72" name="Google Shape;289;p27"/>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73" name="Google Shape;290;p27"/>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74" name="Google Shape;291;p27"/>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75" name="Google Shape;292;p2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76" name="Google Shape;293;p27"/>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77" name="Google Shape;294;p27"/>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78" name="Google Shape;295;p27"/>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79" name="Google Shape;296;p27"/>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180"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
        <p:nvSpPr>
          <p:cNvPr id="181" name="PlaceHolder 2"/>
          <p:cNvSpPr>
            <a:spLocks noGrp="1"/>
          </p:cNvSpPr>
          <p:nvPr>
            <p:ph type="body"/>
          </p:nvPr>
        </p:nvSpPr>
        <p:spPr>
          <a:xfrm>
            <a:off x="1141560" y="2249640"/>
            <a:ext cx="3188880" cy="1688760"/>
          </a:xfrm>
          <a:prstGeom prst="rect">
            <a:avLst/>
          </a:prstGeom>
          <a:noFill/>
          <a:ln w="0">
            <a:noFill/>
          </a:ln>
        </p:spPr>
        <p:txBody>
          <a:bodyPr lIns="0" rIns="0" tIns="0" bIns="0" anchor="t">
            <a:normAutofit fontScale="4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182" name="PlaceHolder 3"/>
          <p:cNvSpPr>
            <a:spLocks noGrp="1"/>
          </p:cNvSpPr>
          <p:nvPr>
            <p:ph type="body"/>
          </p:nvPr>
        </p:nvSpPr>
        <p:spPr>
          <a:xfrm>
            <a:off x="4490640" y="2249640"/>
            <a:ext cx="3188880" cy="1688760"/>
          </a:xfrm>
          <a:prstGeom prst="rect">
            <a:avLst/>
          </a:prstGeom>
          <a:noFill/>
          <a:ln w="0">
            <a:noFill/>
          </a:ln>
        </p:spPr>
        <p:txBody>
          <a:bodyPr lIns="0" rIns="0" tIns="0" bIns="0" anchor="t">
            <a:normAutofit fontScale="4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183" name="PlaceHolder 4"/>
          <p:cNvSpPr>
            <a:spLocks noGrp="1"/>
          </p:cNvSpPr>
          <p:nvPr>
            <p:ph type="body"/>
          </p:nvPr>
        </p:nvSpPr>
        <p:spPr>
          <a:xfrm>
            <a:off x="7839720" y="2249640"/>
            <a:ext cx="3188880" cy="1688760"/>
          </a:xfrm>
          <a:prstGeom prst="rect">
            <a:avLst/>
          </a:prstGeom>
          <a:noFill/>
          <a:ln w="0">
            <a:noFill/>
          </a:ln>
        </p:spPr>
        <p:txBody>
          <a:bodyPr lIns="0" rIns="0" tIns="0" bIns="0" anchor="t">
            <a:normAutofit fontScale="4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184" name="PlaceHolder 5"/>
          <p:cNvSpPr>
            <a:spLocks noGrp="1"/>
          </p:cNvSpPr>
          <p:nvPr>
            <p:ph type="body"/>
          </p:nvPr>
        </p:nvSpPr>
        <p:spPr>
          <a:xfrm>
            <a:off x="1141560" y="4099680"/>
            <a:ext cx="3188880" cy="1688760"/>
          </a:xfrm>
          <a:prstGeom prst="rect">
            <a:avLst/>
          </a:prstGeom>
          <a:noFill/>
          <a:ln w="0">
            <a:noFill/>
          </a:ln>
        </p:spPr>
        <p:txBody>
          <a:bodyPr lIns="0" rIns="0" tIns="0" bIns="0" anchor="t">
            <a:normAutofit fontScale="4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185" name="PlaceHolder 6"/>
          <p:cNvSpPr>
            <a:spLocks noGrp="1"/>
          </p:cNvSpPr>
          <p:nvPr>
            <p:ph type="body"/>
          </p:nvPr>
        </p:nvSpPr>
        <p:spPr>
          <a:xfrm>
            <a:off x="4490640" y="4099680"/>
            <a:ext cx="3188880" cy="1688760"/>
          </a:xfrm>
          <a:prstGeom prst="rect">
            <a:avLst/>
          </a:prstGeom>
          <a:noFill/>
          <a:ln w="0">
            <a:noFill/>
          </a:ln>
        </p:spPr>
        <p:txBody>
          <a:bodyPr lIns="0" rIns="0" tIns="0" bIns="0" anchor="t">
            <a:normAutofit fontScale="4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186" name="PlaceHolder 7"/>
          <p:cNvSpPr>
            <a:spLocks noGrp="1"/>
          </p:cNvSpPr>
          <p:nvPr>
            <p:ph type="body"/>
          </p:nvPr>
        </p:nvSpPr>
        <p:spPr>
          <a:xfrm>
            <a:off x="7839720" y="4099680"/>
            <a:ext cx="3188880" cy="1688760"/>
          </a:xfrm>
          <a:prstGeom prst="rect">
            <a:avLst/>
          </a:prstGeom>
          <a:noFill/>
          <a:ln w="0">
            <a:noFill/>
          </a:ln>
        </p:spPr>
        <p:txBody>
          <a:bodyPr lIns="0" rIns="0" tIns="0" bIns="0" anchor="t">
            <a:normAutofit fontScale="4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55"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187" name="Google Shape;256;p27" descr="\\DROBO-FS\QuickDrops\JB\PPTX NG\Droplets\LightingOverlay.png"/>
          <p:cNvPicPr/>
          <p:nvPr/>
        </p:nvPicPr>
        <p:blipFill>
          <a:blip r:embed="rId3"/>
          <a:stretch/>
        </p:blipFill>
        <p:spPr>
          <a:xfrm>
            <a:off x="0" y="0"/>
            <a:ext cx="12191400" cy="6857280"/>
          </a:xfrm>
          <a:prstGeom prst="rect">
            <a:avLst/>
          </a:prstGeom>
          <a:ln w="0">
            <a:noFill/>
          </a:ln>
        </p:spPr>
      </p:pic>
      <p:grpSp>
        <p:nvGrpSpPr>
          <p:cNvPr id="188" name="Google Shape;257;p27"/>
          <p:cNvGrpSpPr/>
          <p:nvPr/>
        </p:nvGrpSpPr>
        <p:grpSpPr>
          <a:xfrm>
            <a:off x="-14400" y="0"/>
            <a:ext cx="12053160" cy="6857280"/>
            <a:chOff x="-14400" y="0"/>
            <a:chExt cx="12053160" cy="6857280"/>
          </a:xfrm>
        </p:grpSpPr>
        <p:grpSp>
          <p:nvGrpSpPr>
            <p:cNvPr id="189" name="Google Shape;258;p27"/>
            <p:cNvGrpSpPr/>
            <p:nvPr/>
          </p:nvGrpSpPr>
          <p:grpSpPr>
            <a:xfrm>
              <a:off x="-14400" y="0"/>
              <a:ext cx="1220400" cy="6857280"/>
              <a:chOff x="-14400" y="0"/>
              <a:chExt cx="1220400" cy="6857280"/>
            </a:xfrm>
          </p:grpSpPr>
          <p:sp>
            <p:nvSpPr>
              <p:cNvPr id="190" name="Google Shape;259;p27"/>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91" name="Google Shape;260;p27"/>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92" name="Google Shape;261;p2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93" name="Google Shape;262;p27"/>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94" name="Google Shape;263;p27"/>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95" name="Google Shape;264;p27"/>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96" name="Google Shape;265;p27"/>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97" name="Google Shape;266;p27"/>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98" name="Google Shape;267;p27"/>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99" name="Google Shape;268;p27"/>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00" name="Google Shape;269;p27"/>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201" name="Google Shape;270;p27"/>
              <p:cNvCxnSpPr/>
              <p:nvPr/>
            </p:nvCxnSpPr>
            <p:spPr>
              <a:xfrm>
                <a:off x="-4680" y="9360"/>
                <a:ext cx="720" cy="720"/>
              </a:xfrm>
              <a:prstGeom prst="straightConnector1">
                <a:avLst/>
              </a:prstGeom>
              <a:ln w="9525">
                <a:solidFill>
                  <a:srgbClr val="ffffff"/>
                </a:solidFill>
                <a:round/>
              </a:ln>
            </p:spPr>
          </p:cxnSp>
          <p:sp>
            <p:nvSpPr>
              <p:cNvPr id="202" name="Google Shape;271;p2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03" name="Google Shape;272;p27"/>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04" name="Google Shape;273;p27"/>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05" name="Google Shape;274;p27"/>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06" name="Google Shape;275;p27"/>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07" name="Google Shape;276;p27"/>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08" name="Google Shape;277;p27"/>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09" name="Google Shape;278;p27"/>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10" name="Google Shape;279;p27"/>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11" name="Google Shape;280;p27"/>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12" name="Google Shape;281;p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13" name="Google Shape;282;p27"/>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14" name="Google Shape;283;p27"/>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15" name="Google Shape;284;p27"/>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16" name="Google Shape;285;p27"/>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217" name="Google Shape;286;p27"/>
            <p:cNvGrpSpPr/>
            <p:nvPr/>
          </p:nvGrpSpPr>
          <p:grpSpPr>
            <a:xfrm>
              <a:off x="11364840" y="0"/>
              <a:ext cx="673920" cy="6847920"/>
              <a:chOff x="11364840" y="0"/>
              <a:chExt cx="673920" cy="6847920"/>
            </a:xfrm>
          </p:grpSpPr>
          <p:sp>
            <p:nvSpPr>
              <p:cNvPr id="218" name="Google Shape;287;p27"/>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19" name="Google Shape;288;p27"/>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20" name="Google Shape;289;p27"/>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21" name="Google Shape;290;p27"/>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22" name="Google Shape;291;p27"/>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23" name="Google Shape;292;p2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24" name="Google Shape;293;p27"/>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25" name="Google Shape;294;p27"/>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26" name="Google Shape;295;p27"/>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27" name="Google Shape;296;p27"/>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228"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231" name="Google Shape;256;p27" descr="\\DROBO-FS\QuickDrops\JB\PPTX NG\Droplets\LightingOverlay.png"/>
          <p:cNvPicPr/>
          <p:nvPr/>
        </p:nvPicPr>
        <p:blipFill>
          <a:blip r:embed="rId3"/>
          <a:stretch/>
        </p:blipFill>
        <p:spPr>
          <a:xfrm>
            <a:off x="0" y="0"/>
            <a:ext cx="12191400" cy="6857280"/>
          </a:xfrm>
          <a:prstGeom prst="rect">
            <a:avLst/>
          </a:prstGeom>
          <a:ln w="0">
            <a:noFill/>
          </a:ln>
        </p:spPr>
      </p:pic>
      <p:grpSp>
        <p:nvGrpSpPr>
          <p:cNvPr id="232" name="Google Shape;257;p27"/>
          <p:cNvGrpSpPr/>
          <p:nvPr/>
        </p:nvGrpSpPr>
        <p:grpSpPr>
          <a:xfrm>
            <a:off x="-14400" y="0"/>
            <a:ext cx="12053160" cy="6857280"/>
            <a:chOff x="-14400" y="0"/>
            <a:chExt cx="12053160" cy="6857280"/>
          </a:xfrm>
        </p:grpSpPr>
        <p:grpSp>
          <p:nvGrpSpPr>
            <p:cNvPr id="233" name="Google Shape;258;p27"/>
            <p:cNvGrpSpPr/>
            <p:nvPr/>
          </p:nvGrpSpPr>
          <p:grpSpPr>
            <a:xfrm>
              <a:off x="-14400" y="0"/>
              <a:ext cx="1220400" cy="6857280"/>
              <a:chOff x="-14400" y="0"/>
              <a:chExt cx="1220400" cy="6857280"/>
            </a:xfrm>
          </p:grpSpPr>
          <p:sp>
            <p:nvSpPr>
              <p:cNvPr id="234" name="Google Shape;259;p27"/>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35" name="Google Shape;260;p27"/>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36" name="Google Shape;261;p2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37" name="Google Shape;262;p27"/>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38" name="Google Shape;263;p27"/>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39" name="Google Shape;264;p27"/>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40" name="Google Shape;265;p27"/>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41" name="Google Shape;266;p27"/>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42" name="Google Shape;267;p27"/>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43" name="Google Shape;268;p27"/>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44" name="Google Shape;269;p27"/>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245" name="Google Shape;270;p27"/>
              <p:cNvCxnSpPr/>
              <p:nvPr/>
            </p:nvCxnSpPr>
            <p:spPr>
              <a:xfrm>
                <a:off x="-4680" y="9360"/>
                <a:ext cx="720" cy="720"/>
              </a:xfrm>
              <a:prstGeom prst="straightConnector1">
                <a:avLst/>
              </a:prstGeom>
              <a:ln w="9525">
                <a:solidFill>
                  <a:srgbClr val="ffffff"/>
                </a:solidFill>
                <a:round/>
              </a:ln>
            </p:spPr>
          </p:cxnSp>
          <p:sp>
            <p:nvSpPr>
              <p:cNvPr id="246" name="Google Shape;271;p2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47" name="Google Shape;272;p27"/>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48" name="Google Shape;273;p27"/>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49" name="Google Shape;274;p27"/>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50" name="Google Shape;275;p27"/>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51" name="Google Shape;276;p27"/>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52" name="Google Shape;277;p27"/>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53" name="Google Shape;278;p27"/>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54" name="Google Shape;279;p27"/>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55" name="Google Shape;280;p27"/>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56" name="Google Shape;281;p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57" name="Google Shape;282;p27"/>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58" name="Google Shape;283;p27"/>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59" name="Google Shape;284;p27"/>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60" name="Google Shape;285;p27"/>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261" name="Google Shape;286;p27"/>
            <p:cNvGrpSpPr/>
            <p:nvPr/>
          </p:nvGrpSpPr>
          <p:grpSpPr>
            <a:xfrm>
              <a:off x="11364840" y="0"/>
              <a:ext cx="673920" cy="6847920"/>
              <a:chOff x="11364840" y="0"/>
              <a:chExt cx="673920" cy="6847920"/>
            </a:xfrm>
          </p:grpSpPr>
          <p:sp>
            <p:nvSpPr>
              <p:cNvPr id="262" name="Google Shape;287;p27"/>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63" name="Google Shape;288;p27"/>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64" name="Google Shape;289;p27"/>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65" name="Google Shape;290;p27"/>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66" name="Google Shape;291;p27"/>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67" name="Google Shape;292;p2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68" name="Google Shape;293;p27"/>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69" name="Google Shape;294;p27"/>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70" name="Google Shape;295;p27"/>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71" name="Google Shape;296;p27"/>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272"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
        <p:nvSpPr>
          <p:cNvPr id="273" name="PlaceHolder 2"/>
          <p:cNvSpPr>
            <a:spLocks noGrp="1"/>
          </p:cNvSpPr>
          <p:nvPr>
            <p:ph type="body"/>
          </p:nvPr>
        </p:nvSpPr>
        <p:spPr>
          <a:xfrm>
            <a:off x="1141560" y="2249640"/>
            <a:ext cx="9905400" cy="3540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276" name="Google Shape;256;p27" descr="\\DROBO-FS\QuickDrops\JB\PPTX NG\Droplets\LightingOverlay.png"/>
          <p:cNvPicPr/>
          <p:nvPr/>
        </p:nvPicPr>
        <p:blipFill>
          <a:blip r:embed="rId3"/>
          <a:stretch/>
        </p:blipFill>
        <p:spPr>
          <a:xfrm>
            <a:off x="0" y="0"/>
            <a:ext cx="12191400" cy="6857280"/>
          </a:xfrm>
          <a:prstGeom prst="rect">
            <a:avLst/>
          </a:prstGeom>
          <a:ln w="0">
            <a:noFill/>
          </a:ln>
        </p:spPr>
      </p:pic>
      <p:grpSp>
        <p:nvGrpSpPr>
          <p:cNvPr id="277" name="Google Shape;257;p27"/>
          <p:cNvGrpSpPr/>
          <p:nvPr/>
        </p:nvGrpSpPr>
        <p:grpSpPr>
          <a:xfrm>
            <a:off x="-14400" y="0"/>
            <a:ext cx="12053160" cy="6857280"/>
            <a:chOff x="-14400" y="0"/>
            <a:chExt cx="12053160" cy="6857280"/>
          </a:xfrm>
        </p:grpSpPr>
        <p:grpSp>
          <p:nvGrpSpPr>
            <p:cNvPr id="278" name="Google Shape;258;p27"/>
            <p:cNvGrpSpPr/>
            <p:nvPr/>
          </p:nvGrpSpPr>
          <p:grpSpPr>
            <a:xfrm>
              <a:off x="-14400" y="0"/>
              <a:ext cx="1220400" cy="6857280"/>
              <a:chOff x="-14400" y="0"/>
              <a:chExt cx="1220400" cy="6857280"/>
            </a:xfrm>
          </p:grpSpPr>
          <p:sp>
            <p:nvSpPr>
              <p:cNvPr id="279" name="Google Shape;259;p27"/>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80" name="Google Shape;260;p27"/>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81" name="Google Shape;261;p2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82" name="Google Shape;262;p27"/>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83" name="Google Shape;263;p27"/>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84" name="Google Shape;264;p27"/>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85" name="Google Shape;265;p27"/>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86" name="Google Shape;266;p27"/>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87" name="Google Shape;267;p27"/>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88" name="Google Shape;268;p27"/>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89" name="Google Shape;269;p27"/>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290" name="Google Shape;270;p27"/>
              <p:cNvCxnSpPr/>
              <p:nvPr/>
            </p:nvCxnSpPr>
            <p:spPr>
              <a:xfrm>
                <a:off x="-4680" y="9360"/>
                <a:ext cx="720" cy="720"/>
              </a:xfrm>
              <a:prstGeom prst="straightConnector1">
                <a:avLst/>
              </a:prstGeom>
              <a:ln w="9525">
                <a:solidFill>
                  <a:srgbClr val="ffffff"/>
                </a:solidFill>
                <a:round/>
              </a:ln>
            </p:spPr>
          </p:cxnSp>
          <p:sp>
            <p:nvSpPr>
              <p:cNvPr id="291" name="Google Shape;271;p2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92" name="Google Shape;272;p27"/>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93" name="Google Shape;273;p27"/>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94" name="Google Shape;274;p27"/>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95" name="Google Shape;275;p27"/>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96" name="Google Shape;276;p27"/>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97" name="Google Shape;277;p27"/>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298" name="Google Shape;278;p27"/>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299" name="Google Shape;279;p27"/>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00" name="Google Shape;280;p27"/>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01" name="Google Shape;281;p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02" name="Google Shape;282;p27"/>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03" name="Google Shape;283;p27"/>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04" name="Google Shape;284;p27"/>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05" name="Google Shape;285;p27"/>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306" name="Google Shape;286;p27"/>
            <p:cNvGrpSpPr/>
            <p:nvPr/>
          </p:nvGrpSpPr>
          <p:grpSpPr>
            <a:xfrm>
              <a:off x="11364840" y="0"/>
              <a:ext cx="673920" cy="6847920"/>
              <a:chOff x="11364840" y="0"/>
              <a:chExt cx="673920" cy="6847920"/>
            </a:xfrm>
          </p:grpSpPr>
          <p:sp>
            <p:nvSpPr>
              <p:cNvPr id="307" name="Google Shape;287;p27"/>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08" name="Google Shape;288;p27"/>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09" name="Google Shape;289;p27"/>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10" name="Google Shape;290;p27"/>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11" name="Google Shape;291;p27"/>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12" name="Google Shape;292;p2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13" name="Google Shape;293;p27"/>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14" name="Google Shape;294;p27"/>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15" name="Google Shape;295;p27"/>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16" name="Google Shape;296;p27"/>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317"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
        <p:nvSpPr>
          <p:cNvPr id="318" name="PlaceHolder 2"/>
          <p:cNvSpPr>
            <a:spLocks noGrp="1"/>
          </p:cNvSpPr>
          <p:nvPr>
            <p:ph type="body"/>
          </p:nvPr>
        </p:nvSpPr>
        <p:spPr>
          <a:xfrm>
            <a:off x="1141560" y="2249640"/>
            <a:ext cx="4833360" cy="3540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319" name="PlaceHolder 3"/>
          <p:cNvSpPr>
            <a:spLocks noGrp="1"/>
          </p:cNvSpPr>
          <p:nvPr>
            <p:ph type="body"/>
          </p:nvPr>
        </p:nvSpPr>
        <p:spPr>
          <a:xfrm>
            <a:off x="6217200" y="2249640"/>
            <a:ext cx="4833360" cy="3540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61" r:id="rId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323" name="Google Shape;256;p27" descr="\\DROBO-FS\QuickDrops\JB\PPTX NG\Droplets\LightingOverlay.png"/>
          <p:cNvPicPr/>
          <p:nvPr/>
        </p:nvPicPr>
        <p:blipFill>
          <a:blip r:embed="rId3"/>
          <a:stretch/>
        </p:blipFill>
        <p:spPr>
          <a:xfrm>
            <a:off x="0" y="0"/>
            <a:ext cx="12191400" cy="6857280"/>
          </a:xfrm>
          <a:prstGeom prst="rect">
            <a:avLst/>
          </a:prstGeom>
          <a:ln w="0">
            <a:noFill/>
          </a:ln>
        </p:spPr>
      </p:pic>
      <p:grpSp>
        <p:nvGrpSpPr>
          <p:cNvPr id="324" name="Google Shape;257;p27"/>
          <p:cNvGrpSpPr/>
          <p:nvPr/>
        </p:nvGrpSpPr>
        <p:grpSpPr>
          <a:xfrm>
            <a:off x="-14400" y="0"/>
            <a:ext cx="12053160" cy="6857280"/>
            <a:chOff x="-14400" y="0"/>
            <a:chExt cx="12053160" cy="6857280"/>
          </a:xfrm>
        </p:grpSpPr>
        <p:grpSp>
          <p:nvGrpSpPr>
            <p:cNvPr id="325" name="Google Shape;258;p27"/>
            <p:cNvGrpSpPr/>
            <p:nvPr/>
          </p:nvGrpSpPr>
          <p:grpSpPr>
            <a:xfrm>
              <a:off x="-14400" y="0"/>
              <a:ext cx="1220400" cy="6857280"/>
              <a:chOff x="-14400" y="0"/>
              <a:chExt cx="1220400" cy="6857280"/>
            </a:xfrm>
          </p:grpSpPr>
          <p:sp>
            <p:nvSpPr>
              <p:cNvPr id="326" name="Google Shape;259;p27"/>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27" name="Google Shape;260;p27"/>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28" name="Google Shape;261;p2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29" name="Google Shape;262;p27"/>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30" name="Google Shape;263;p27"/>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31" name="Google Shape;264;p27"/>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32" name="Google Shape;265;p27"/>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33" name="Google Shape;266;p27"/>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34" name="Google Shape;267;p27"/>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35" name="Google Shape;268;p27"/>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36" name="Google Shape;269;p27"/>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337" name="Google Shape;270;p27"/>
              <p:cNvCxnSpPr/>
              <p:nvPr/>
            </p:nvCxnSpPr>
            <p:spPr>
              <a:xfrm>
                <a:off x="-4680" y="9360"/>
                <a:ext cx="720" cy="720"/>
              </a:xfrm>
              <a:prstGeom prst="straightConnector1">
                <a:avLst/>
              </a:prstGeom>
              <a:ln w="9525">
                <a:solidFill>
                  <a:srgbClr val="ffffff"/>
                </a:solidFill>
                <a:round/>
              </a:ln>
            </p:spPr>
          </p:cxnSp>
          <p:sp>
            <p:nvSpPr>
              <p:cNvPr id="338" name="Google Shape;271;p2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39" name="Google Shape;272;p27"/>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40" name="Google Shape;273;p27"/>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41" name="Google Shape;274;p27"/>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42" name="Google Shape;275;p27"/>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43" name="Google Shape;276;p27"/>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44" name="Google Shape;277;p27"/>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45" name="Google Shape;278;p27"/>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46" name="Google Shape;279;p27"/>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47" name="Google Shape;280;p27"/>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48" name="Google Shape;281;p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49" name="Google Shape;282;p27"/>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50" name="Google Shape;283;p27"/>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51" name="Google Shape;284;p27"/>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52" name="Google Shape;285;p27"/>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353" name="Google Shape;286;p27"/>
            <p:cNvGrpSpPr/>
            <p:nvPr/>
          </p:nvGrpSpPr>
          <p:grpSpPr>
            <a:xfrm>
              <a:off x="11364840" y="0"/>
              <a:ext cx="673920" cy="6847920"/>
              <a:chOff x="11364840" y="0"/>
              <a:chExt cx="673920" cy="6847920"/>
            </a:xfrm>
          </p:grpSpPr>
          <p:sp>
            <p:nvSpPr>
              <p:cNvPr id="354" name="Google Shape;287;p27"/>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55" name="Google Shape;288;p27"/>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56" name="Google Shape;289;p27"/>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57" name="Google Shape;290;p27"/>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58" name="Google Shape;291;p27"/>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59" name="Google Shape;292;p2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60" name="Google Shape;293;p27"/>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61" name="Google Shape;294;p27"/>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62" name="Google Shape;295;p27"/>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63" name="Google Shape;296;p27"/>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364"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63" r:id="rId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366" name="Google Shape;256;p27" descr="\\DROBO-FS\QuickDrops\JB\PPTX NG\Droplets\LightingOverlay.png"/>
          <p:cNvPicPr/>
          <p:nvPr/>
        </p:nvPicPr>
        <p:blipFill>
          <a:blip r:embed="rId3"/>
          <a:stretch/>
        </p:blipFill>
        <p:spPr>
          <a:xfrm>
            <a:off x="0" y="0"/>
            <a:ext cx="12191400" cy="6857280"/>
          </a:xfrm>
          <a:prstGeom prst="rect">
            <a:avLst/>
          </a:prstGeom>
          <a:ln w="0">
            <a:noFill/>
          </a:ln>
        </p:spPr>
      </p:pic>
      <p:grpSp>
        <p:nvGrpSpPr>
          <p:cNvPr id="367" name="Google Shape;257;p27"/>
          <p:cNvGrpSpPr/>
          <p:nvPr/>
        </p:nvGrpSpPr>
        <p:grpSpPr>
          <a:xfrm>
            <a:off x="-14400" y="0"/>
            <a:ext cx="12053160" cy="6857280"/>
            <a:chOff x="-14400" y="0"/>
            <a:chExt cx="12053160" cy="6857280"/>
          </a:xfrm>
        </p:grpSpPr>
        <p:grpSp>
          <p:nvGrpSpPr>
            <p:cNvPr id="368" name="Google Shape;258;p27"/>
            <p:cNvGrpSpPr/>
            <p:nvPr/>
          </p:nvGrpSpPr>
          <p:grpSpPr>
            <a:xfrm>
              <a:off x="-14400" y="0"/>
              <a:ext cx="1220400" cy="6857280"/>
              <a:chOff x="-14400" y="0"/>
              <a:chExt cx="1220400" cy="6857280"/>
            </a:xfrm>
          </p:grpSpPr>
          <p:sp>
            <p:nvSpPr>
              <p:cNvPr id="369" name="Google Shape;259;p27"/>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70" name="Google Shape;260;p27"/>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71" name="Google Shape;261;p2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72" name="Google Shape;262;p27"/>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73" name="Google Shape;263;p27"/>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74" name="Google Shape;264;p27"/>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75" name="Google Shape;265;p27"/>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76" name="Google Shape;266;p27"/>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77" name="Google Shape;267;p27"/>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78" name="Google Shape;268;p27"/>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79" name="Google Shape;269;p27"/>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380" name="Google Shape;270;p27"/>
              <p:cNvCxnSpPr/>
              <p:nvPr/>
            </p:nvCxnSpPr>
            <p:spPr>
              <a:xfrm>
                <a:off x="-4680" y="9360"/>
                <a:ext cx="720" cy="720"/>
              </a:xfrm>
              <a:prstGeom prst="straightConnector1">
                <a:avLst/>
              </a:prstGeom>
              <a:ln w="9525">
                <a:solidFill>
                  <a:srgbClr val="ffffff"/>
                </a:solidFill>
                <a:round/>
              </a:ln>
            </p:spPr>
          </p:cxnSp>
          <p:sp>
            <p:nvSpPr>
              <p:cNvPr id="381" name="Google Shape;271;p2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82" name="Google Shape;272;p27"/>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83" name="Google Shape;273;p27"/>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84" name="Google Shape;274;p27"/>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85" name="Google Shape;275;p27"/>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86" name="Google Shape;276;p27"/>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87" name="Google Shape;277;p27"/>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88" name="Google Shape;278;p27"/>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89" name="Google Shape;279;p27"/>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90" name="Google Shape;280;p27"/>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91" name="Google Shape;281;p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92" name="Google Shape;282;p27"/>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93" name="Google Shape;283;p27"/>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94" name="Google Shape;284;p27"/>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95" name="Google Shape;285;p27"/>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396" name="Google Shape;286;p27"/>
            <p:cNvGrpSpPr/>
            <p:nvPr/>
          </p:nvGrpSpPr>
          <p:grpSpPr>
            <a:xfrm>
              <a:off x="11364840" y="0"/>
              <a:ext cx="673920" cy="6847920"/>
              <a:chOff x="11364840" y="0"/>
              <a:chExt cx="673920" cy="6847920"/>
            </a:xfrm>
          </p:grpSpPr>
          <p:sp>
            <p:nvSpPr>
              <p:cNvPr id="397" name="Google Shape;287;p27"/>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398" name="Google Shape;288;p27"/>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399" name="Google Shape;289;p27"/>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00" name="Google Shape;290;p27"/>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01" name="Google Shape;291;p27"/>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02" name="Google Shape;292;p2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03" name="Google Shape;293;p27"/>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04" name="Google Shape;294;p27"/>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05" name="Google Shape;295;p27"/>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06" name="Google Shape;296;p27"/>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Tree>
  </p:cSld>
  <p:clrMap bg1="dk1" tx1="lt1" bg2="dk2" tx2="lt2" accent1="accent1" accent2="accent2" accent3="accent3" accent4="accent4" accent5="accent5" accent6="accent6" hlink="hlink" folHlink="folHlink"/>
  <p:sldLayoutIdLst>
    <p:sldLayoutId id="2147483665" r:id="rId4"/>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407" name="Google Shape;256;p27" descr="\\DROBO-FS\QuickDrops\JB\PPTX NG\Droplets\LightingOverlay.png"/>
          <p:cNvPicPr/>
          <p:nvPr/>
        </p:nvPicPr>
        <p:blipFill>
          <a:blip r:embed="rId3"/>
          <a:stretch/>
        </p:blipFill>
        <p:spPr>
          <a:xfrm>
            <a:off x="0" y="0"/>
            <a:ext cx="12191400" cy="6857280"/>
          </a:xfrm>
          <a:prstGeom prst="rect">
            <a:avLst/>
          </a:prstGeom>
          <a:ln w="0">
            <a:noFill/>
          </a:ln>
        </p:spPr>
      </p:pic>
      <p:grpSp>
        <p:nvGrpSpPr>
          <p:cNvPr id="408" name="Google Shape;257;p27"/>
          <p:cNvGrpSpPr/>
          <p:nvPr/>
        </p:nvGrpSpPr>
        <p:grpSpPr>
          <a:xfrm>
            <a:off x="-14400" y="0"/>
            <a:ext cx="12053160" cy="6857280"/>
            <a:chOff x="-14400" y="0"/>
            <a:chExt cx="12053160" cy="6857280"/>
          </a:xfrm>
        </p:grpSpPr>
        <p:grpSp>
          <p:nvGrpSpPr>
            <p:cNvPr id="409" name="Google Shape;258;p27"/>
            <p:cNvGrpSpPr/>
            <p:nvPr/>
          </p:nvGrpSpPr>
          <p:grpSpPr>
            <a:xfrm>
              <a:off x="-14400" y="0"/>
              <a:ext cx="1220400" cy="6857280"/>
              <a:chOff x="-14400" y="0"/>
              <a:chExt cx="1220400" cy="6857280"/>
            </a:xfrm>
          </p:grpSpPr>
          <p:sp>
            <p:nvSpPr>
              <p:cNvPr id="410" name="Google Shape;259;p27"/>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11" name="Google Shape;260;p27"/>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12" name="Google Shape;261;p2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13" name="Google Shape;262;p27"/>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14" name="Google Shape;263;p27"/>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15" name="Google Shape;264;p27"/>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16" name="Google Shape;265;p27"/>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17" name="Google Shape;266;p27"/>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18" name="Google Shape;267;p27"/>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19" name="Google Shape;268;p27"/>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20" name="Google Shape;269;p27"/>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421" name="Google Shape;270;p27"/>
              <p:cNvCxnSpPr/>
              <p:nvPr/>
            </p:nvCxnSpPr>
            <p:spPr>
              <a:xfrm>
                <a:off x="-4680" y="9360"/>
                <a:ext cx="720" cy="720"/>
              </a:xfrm>
              <a:prstGeom prst="straightConnector1">
                <a:avLst/>
              </a:prstGeom>
              <a:ln w="9525">
                <a:solidFill>
                  <a:srgbClr val="ffffff"/>
                </a:solidFill>
                <a:round/>
              </a:ln>
            </p:spPr>
          </p:cxnSp>
          <p:sp>
            <p:nvSpPr>
              <p:cNvPr id="422" name="Google Shape;271;p2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23" name="Google Shape;272;p27"/>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24" name="Google Shape;273;p27"/>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25" name="Google Shape;274;p27"/>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26" name="Google Shape;275;p27"/>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27" name="Google Shape;276;p27"/>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28" name="Google Shape;277;p27"/>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29" name="Google Shape;278;p27"/>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30" name="Google Shape;279;p27"/>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31" name="Google Shape;280;p27"/>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32" name="Google Shape;281;p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33" name="Google Shape;282;p27"/>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34" name="Google Shape;283;p27"/>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35" name="Google Shape;284;p27"/>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36" name="Google Shape;285;p27"/>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437" name="Google Shape;286;p27"/>
            <p:cNvGrpSpPr/>
            <p:nvPr/>
          </p:nvGrpSpPr>
          <p:grpSpPr>
            <a:xfrm>
              <a:off x="11364840" y="0"/>
              <a:ext cx="673920" cy="6847920"/>
              <a:chOff x="11364840" y="0"/>
              <a:chExt cx="673920" cy="6847920"/>
            </a:xfrm>
          </p:grpSpPr>
          <p:sp>
            <p:nvSpPr>
              <p:cNvPr id="438" name="Google Shape;287;p27"/>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39" name="Google Shape;288;p27"/>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40" name="Google Shape;289;p27"/>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41" name="Google Shape;290;p27"/>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42" name="Google Shape;291;p27"/>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43" name="Google Shape;292;p2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44" name="Google Shape;293;p27"/>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45" name="Google Shape;294;p27"/>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46" name="Google Shape;295;p27"/>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47" name="Google Shape;296;p27"/>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448"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
        <p:nvSpPr>
          <p:cNvPr id="449" name="PlaceHolder 2"/>
          <p:cNvSpPr>
            <a:spLocks noGrp="1"/>
          </p:cNvSpPr>
          <p:nvPr>
            <p:ph type="body"/>
          </p:nvPr>
        </p:nvSpPr>
        <p:spPr>
          <a:xfrm>
            <a:off x="1141560" y="2249640"/>
            <a:ext cx="4833360" cy="1688760"/>
          </a:xfrm>
          <a:prstGeom prst="rect">
            <a:avLst/>
          </a:prstGeom>
          <a:noFill/>
          <a:ln w="0">
            <a:noFill/>
          </a:ln>
        </p:spPr>
        <p:txBody>
          <a:bodyPr lIns="0" rIns="0" tIns="0" bIns="0" anchor="t">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450" name="PlaceHolder 3"/>
          <p:cNvSpPr>
            <a:spLocks noGrp="1"/>
          </p:cNvSpPr>
          <p:nvPr>
            <p:ph type="body"/>
          </p:nvPr>
        </p:nvSpPr>
        <p:spPr>
          <a:xfrm>
            <a:off x="6217200" y="2249640"/>
            <a:ext cx="4833360" cy="3540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451" name="PlaceHolder 4"/>
          <p:cNvSpPr>
            <a:spLocks noGrp="1"/>
          </p:cNvSpPr>
          <p:nvPr>
            <p:ph type="body"/>
          </p:nvPr>
        </p:nvSpPr>
        <p:spPr>
          <a:xfrm>
            <a:off x="1141560" y="4099680"/>
            <a:ext cx="4833360" cy="1688760"/>
          </a:xfrm>
          <a:prstGeom prst="rect">
            <a:avLst/>
          </a:prstGeom>
          <a:noFill/>
          <a:ln w="0">
            <a:noFill/>
          </a:ln>
        </p:spPr>
        <p:txBody>
          <a:bodyPr lIns="0" rIns="0" tIns="0" bIns="0" anchor="t">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67" r:id="rId4"/>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456" name="Google Shape;256;p27" descr="\\DROBO-FS\QuickDrops\JB\PPTX NG\Droplets\LightingOverlay.png"/>
          <p:cNvPicPr/>
          <p:nvPr/>
        </p:nvPicPr>
        <p:blipFill>
          <a:blip r:embed="rId3"/>
          <a:stretch/>
        </p:blipFill>
        <p:spPr>
          <a:xfrm>
            <a:off x="0" y="0"/>
            <a:ext cx="12191400" cy="6857280"/>
          </a:xfrm>
          <a:prstGeom prst="rect">
            <a:avLst/>
          </a:prstGeom>
          <a:ln w="0">
            <a:noFill/>
          </a:ln>
        </p:spPr>
      </p:pic>
      <p:grpSp>
        <p:nvGrpSpPr>
          <p:cNvPr id="457" name="Google Shape;257;p27"/>
          <p:cNvGrpSpPr/>
          <p:nvPr/>
        </p:nvGrpSpPr>
        <p:grpSpPr>
          <a:xfrm>
            <a:off x="-14400" y="0"/>
            <a:ext cx="12053160" cy="6857280"/>
            <a:chOff x="-14400" y="0"/>
            <a:chExt cx="12053160" cy="6857280"/>
          </a:xfrm>
        </p:grpSpPr>
        <p:grpSp>
          <p:nvGrpSpPr>
            <p:cNvPr id="458" name="Google Shape;258;p27"/>
            <p:cNvGrpSpPr/>
            <p:nvPr/>
          </p:nvGrpSpPr>
          <p:grpSpPr>
            <a:xfrm>
              <a:off x="-14400" y="0"/>
              <a:ext cx="1220400" cy="6857280"/>
              <a:chOff x="-14400" y="0"/>
              <a:chExt cx="1220400" cy="6857280"/>
            </a:xfrm>
          </p:grpSpPr>
          <p:sp>
            <p:nvSpPr>
              <p:cNvPr id="459" name="Google Shape;259;p27"/>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60" name="Google Shape;260;p27"/>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61" name="Google Shape;261;p2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62" name="Google Shape;262;p27"/>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63" name="Google Shape;263;p27"/>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64" name="Google Shape;264;p27"/>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65" name="Google Shape;265;p27"/>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66" name="Google Shape;266;p27"/>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67" name="Google Shape;267;p27"/>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68" name="Google Shape;268;p27"/>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69" name="Google Shape;269;p27"/>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470" name="Google Shape;270;p27"/>
              <p:cNvCxnSpPr/>
              <p:nvPr/>
            </p:nvCxnSpPr>
            <p:spPr>
              <a:xfrm>
                <a:off x="-4680" y="9360"/>
                <a:ext cx="720" cy="720"/>
              </a:xfrm>
              <a:prstGeom prst="straightConnector1">
                <a:avLst/>
              </a:prstGeom>
              <a:ln w="9525">
                <a:solidFill>
                  <a:srgbClr val="ffffff"/>
                </a:solidFill>
                <a:round/>
              </a:ln>
            </p:spPr>
          </p:cxnSp>
          <p:sp>
            <p:nvSpPr>
              <p:cNvPr id="471" name="Google Shape;271;p2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72" name="Google Shape;272;p27"/>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73" name="Google Shape;273;p27"/>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74" name="Google Shape;274;p27"/>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75" name="Google Shape;275;p27"/>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76" name="Google Shape;276;p27"/>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77" name="Google Shape;277;p27"/>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78" name="Google Shape;278;p27"/>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79" name="Google Shape;279;p27"/>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80" name="Google Shape;280;p27"/>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81" name="Google Shape;281;p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82" name="Google Shape;282;p27"/>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83" name="Google Shape;283;p27"/>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84" name="Google Shape;284;p27"/>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85" name="Google Shape;285;p27"/>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486" name="Google Shape;286;p27"/>
            <p:cNvGrpSpPr/>
            <p:nvPr/>
          </p:nvGrpSpPr>
          <p:grpSpPr>
            <a:xfrm>
              <a:off x="11364840" y="0"/>
              <a:ext cx="673920" cy="6847920"/>
              <a:chOff x="11364840" y="0"/>
              <a:chExt cx="673920" cy="6847920"/>
            </a:xfrm>
          </p:grpSpPr>
          <p:sp>
            <p:nvSpPr>
              <p:cNvPr id="487" name="Google Shape;287;p27"/>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88" name="Google Shape;288;p27"/>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89" name="Google Shape;289;p27"/>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90" name="Google Shape;290;p27"/>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91" name="Google Shape;291;p27"/>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92" name="Google Shape;292;p2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93" name="Google Shape;293;p27"/>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94" name="Google Shape;294;p27"/>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495" name="Google Shape;295;p27"/>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496" name="Google Shape;296;p27"/>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497"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
        <p:nvSpPr>
          <p:cNvPr id="498" name="PlaceHolder 2"/>
          <p:cNvSpPr>
            <a:spLocks noGrp="1"/>
          </p:cNvSpPr>
          <p:nvPr>
            <p:ph type="body"/>
          </p:nvPr>
        </p:nvSpPr>
        <p:spPr>
          <a:xfrm>
            <a:off x="1141560" y="2249640"/>
            <a:ext cx="4833360" cy="3540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499" name="PlaceHolder 3"/>
          <p:cNvSpPr>
            <a:spLocks noGrp="1"/>
          </p:cNvSpPr>
          <p:nvPr>
            <p:ph type="body"/>
          </p:nvPr>
        </p:nvSpPr>
        <p:spPr>
          <a:xfrm>
            <a:off x="6217200" y="2249640"/>
            <a:ext cx="4833360" cy="1688760"/>
          </a:xfrm>
          <a:prstGeom prst="rect">
            <a:avLst/>
          </a:prstGeom>
          <a:noFill/>
          <a:ln w="0">
            <a:noFill/>
          </a:ln>
        </p:spPr>
        <p:txBody>
          <a:bodyPr lIns="0" rIns="0" tIns="0" bIns="0" anchor="t">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500" name="PlaceHolder 4"/>
          <p:cNvSpPr>
            <a:spLocks noGrp="1"/>
          </p:cNvSpPr>
          <p:nvPr>
            <p:ph type="body"/>
          </p:nvPr>
        </p:nvSpPr>
        <p:spPr>
          <a:xfrm>
            <a:off x="6217200" y="4099680"/>
            <a:ext cx="4833360" cy="1688760"/>
          </a:xfrm>
          <a:prstGeom prst="rect">
            <a:avLst/>
          </a:prstGeom>
          <a:noFill/>
          <a:ln w="0">
            <a:noFill/>
          </a:ln>
        </p:spPr>
        <p:txBody>
          <a:bodyPr lIns="0" rIns="0" tIns="0" bIns="0" anchor="t">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69" r:id="rId4"/>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505" name="Google Shape;256;p27" descr="\\DROBO-FS\QuickDrops\JB\PPTX NG\Droplets\LightingOverlay.png"/>
          <p:cNvPicPr/>
          <p:nvPr/>
        </p:nvPicPr>
        <p:blipFill>
          <a:blip r:embed="rId3"/>
          <a:stretch/>
        </p:blipFill>
        <p:spPr>
          <a:xfrm>
            <a:off x="0" y="0"/>
            <a:ext cx="12191400" cy="6857280"/>
          </a:xfrm>
          <a:prstGeom prst="rect">
            <a:avLst/>
          </a:prstGeom>
          <a:ln w="0">
            <a:noFill/>
          </a:ln>
        </p:spPr>
      </p:pic>
      <p:grpSp>
        <p:nvGrpSpPr>
          <p:cNvPr id="506" name="Google Shape;257;p27"/>
          <p:cNvGrpSpPr/>
          <p:nvPr/>
        </p:nvGrpSpPr>
        <p:grpSpPr>
          <a:xfrm>
            <a:off x="-14400" y="0"/>
            <a:ext cx="12053160" cy="6857280"/>
            <a:chOff x="-14400" y="0"/>
            <a:chExt cx="12053160" cy="6857280"/>
          </a:xfrm>
        </p:grpSpPr>
        <p:grpSp>
          <p:nvGrpSpPr>
            <p:cNvPr id="507" name="Google Shape;258;p27"/>
            <p:cNvGrpSpPr/>
            <p:nvPr/>
          </p:nvGrpSpPr>
          <p:grpSpPr>
            <a:xfrm>
              <a:off x="-14400" y="0"/>
              <a:ext cx="1220400" cy="6857280"/>
              <a:chOff x="-14400" y="0"/>
              <a:chExt cx="1220400" cy="6857280"/>
            </a:xfrm>
          </p:grpSpPr>
          <p:sp>
            <p:nvSpPr>
              <p:cNvPr id="508" name="Google Shape;259;p27"/>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09" name="Google Shape;260;p27"/>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10" name="Google Shape;261;p27"/>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11" name="Google Shape;262;p27"/>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12" name="Google Shape;263;p27"/>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13" name="Google Shape;264;p27"/>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14" name="Google Shape;265;p27"/>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15" name="Google Shape;266;p27"/>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16" name="Google Shape;267;p27"/>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17" name="Google Shape;268;p27"/>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18" name="Google Shape;269;p27"/>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519" name="Google Shape;270;p27"/>
              <p:cNvCxnSpPr/>
              <p:nvPr/>
            </p:nvCxnSpPr>
            <p:spPr>
              <a:xfrm>
                <a:off x="-4680" y="9360"/>
                <a:ext cx="720" cy="720"/>
              </a:xfrm>
              <a:prstGeom prst="straightConnector1">
                <a:avLst/>
              </a:prstGeom>
              <a:ln w="9525">
                <a:solidFill>
                  <a:srgbClr val="ffffff"/>
                </a:solidFill>
                <a:round/>
              </a:ln>
            </p:spPr>
          </p:cxnSp>
          <p:sp>
            <p:nvSpPr>
              <p:cNvPr id="520" name="Google Shape;271;p27"/>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21" name="Google Shape;272;p27"/>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22" name="Google Shape;273;p27"/>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23" name="Google Shape;274;p27"/>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24" name="Google Shape;275;p27"/>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25" name="Google Shape;276;p27"/>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26" name="Google Shape;277;p27"/>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27" name="Google Shape;278;p27"/>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28" name="Google Shape;279;p27"/>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29" name="Google Shape;280;p27"/>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30" name="Google Shape;281;p27"/>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31" name="Google Shape;282;p27"/>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32" name="Google Shape;283;p27"/>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33" name="Google Shape;284;p27"/>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34" name="Google Shape;285;p27"/>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535" name="Google Shape;286;p27"/>
            <p:cNvGrpSpPr/>
            <p:nvPr/>
          </p:nvGrpSpPr>
          <p:grpSpPr>
            <a:xfrm>
              <a:off x="11364840" y="0"/>
              <a:ext cx="673920" cy="6847920"/>
              <a:chOff x="11364840" y="0"/>
              <a:chExt cx="673920" cy="6847920"/>
            </a:xfrm>
          </p:grpSpPr>
          <p:sp>
            <p:nvSpPr>
              <p:cNvPr id="536" name="Google Shape;287;p27"/>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37" name="Google Shape;288;p27"/>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38" name="Google Shape;289;p27"/>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39" name="Google Shape;290;p27"/>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40" name="Google Shape;291;p27"/>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41" name="Google Shape;292;p27"/>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42" name="Google Shape;293;p27"/>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43" name="Google Shape;294;p27"/>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44" name="Google Shape;295;p27"/>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45" name="Google Shape;296;p27"/>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546"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
        <p:nvSpPr>
          <p:cNvPr id="547" name="PlaceHolder 2"/>
          <p:cNvSpPr>
            <a:spLocks noGrp="1"/>
          </p:cNvSpPr>
          <p:nvPr>
            <p:ph type="body"/>
          </p:nvPr>
        </p:nvSpPr>
        <p:spPr>
          <a:xfrm>
            <a:off x="1141560" y="2249640"/>
            <a:ext cx="4833360" cy="1688760"/>
          </a:xfrm>
          <a:prstGeom prst="rect">
            <a:avLst/>
          </a:prstGeom>
          <a:noFill/>
          <a:ln w="0">
            <a:noFill/>
          </a:ln>
        </p:spPr>
        <p:txBody>
          <a:bodyPr lIns="0" rIns="0" tIns="0" bIns="0" anchor="t">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548" name="PlaceHolder 3"/>
          <p:cNvSpPr>
            <a:spLocks noGrp="1"/>
          </p:cNvSpPr>
          <p:nvPr>
            <p:ph type="body"/>
          </p:nvPr>
        </p:nvSpPr>
        <p:spPr>
          <a:xfrm>
            <a:off x="6217200" y="2249640"/>
            <a:ext cx="4833360" cy="1688760"/>
          </a:xfrm>
          <a:prstGeom prst="rect">
            <a:avLst/>
          </a:prstGeom>
          <a:noFill/>
          <a:ln w="0">
            <a:noFill/>
          </a:ln>
        </p:spPr>
        <p:txBody>
          <a:bodyPr lIns="0" rIns="0" tIns="0" bIns="0" anchor="t">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549" name="PlaceHolder 4"/>
          <p:cNvSpPr>
            <a:spLocks noGrp="1"/>
          </p:cNvSpPr>
          <p:nvPr>
            <p:ph type="body"/>
          </p:nvPr>
        </p:nvSpPr>
        <p:spPr>
          <a:xfrm>
            <a:off x="1141560" y="4099680"/>
            <a:ext cx="9905400" cy="1688760"/>
          </a:xfrm>
          <a:prstGeom prst="rect">
            <a:avLst/>
          </a:prstGeom>
          <a:noFill/>
          <a:ln w="0">
            <a:noFill/>
          </a:ln>
        </p:spPr>
        <p:txBody>
          <a:bodyPr lIns="0" rIns="0" tIns="0" bIns="0" anchor="t">
            <a:normAutofit fontScale="85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71" r:id="rId4"/>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554" name="Google Shape;352;p40" descr="\\DROBO-FS\QuickDrops\JB\PPTX NG\Droplets\LightingOverlay.png"/>
          <p:cNvPicPr/>
          <p:nvPr/>
        </p:nvPicPr>
        <p:blipFill>
          <a:blip r:embed="rId3"/>
          <a:stretch/>
        </p:blipFill>
        <p:spPr>
          <a:xfrm>
            <a:off x="0" y="0"/>
            <a:ext cx="12191400" cy="6857280"/>
          </a:xfrm>
          <a:prstGeom prst="rect">
            <a:avLst/>
          </a:prstGeom>
          <a:ln w="0">
            <a:noFill/>
          </a:ln>
        </p:spPr>
      </p:pic>
      <p:grpSp>
        <p:nvGrpSpPr>
          <p:cNvPr id="555" name="Google Shape;353;p40"/>
          <p:cNvGrpSpPr/>
          <p:nvPr/>
        </p:nvGrpSpPr>
        <p:grpSpPr>
          <a:xfrm>
            <a:off x="-14400" y="0"/>
            <a:ext cx="12053160" cy="6857280"/>
            <a:chOff x="-14400" y="0"/>
            <a:chExt cx="12053160" cy="6857280"/>
          </a:xfrm>
        </p:grpSpPr>
        <p:grpSp>
          <p:nvGrpSpPr>
            <p:cNvPr id="556" name="Google Shape;354;p40"/>
            <p:cNvGrpSpPr/>
            <p:nvPr/>
          </p:nvGrpSpPr>
          <p:grpSpPr>
            <a:xfrm>
              <a:off x="-14400" y="0"/>
              <a:ext cx="1220400" cy="6857280"/>
              <a:chOff x="-14400" y="0"/>
              <a:chExt cx="1220400" cy="6857280"/>
            </a:xfrm>
          </p:grpSpPr>
          <p:sp>
            <p:nvSpPr>
              <p:cNvPr id="557" name="Google Shape;355;p40"/>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58" name="Google Shape;356;p40"/>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59" name="Google Shape;357;p40"/>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60" name="Google Shape;358;p40"/>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61" name="Google Shape;359;p40"/>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62" name="Google Shape;360;p4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63" name="Google Shape;361;p40"/>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64" name="Google Shape;362;p40"/>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65" name="Google Shape;363;p40"/>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66" name="Google Shape;364;p40"/>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67" name="Google Shape;365;p40"/>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568" name="Google Shape;366;p40"/>
              <p:cNvCxnSpPr/>
              <p:nvPr/>
            </p:nvCxnSpPr>
            <p:spPr>
              <a:xfrm>
                <a:off x="-4680" y="9360"/>
                <a:ext cx="720" cy="720"/>
              </a:xfrm>
              <a:prstGeom prst="straightConnector1">
                <a:avLst/>
              </a:prstGeom>
              <a:ln w="9525">
                <a:solidFill>
                  <a:srgbClr val="ffffff"/>
                </a:solidFill>
                <a:round/>
              </a:ln>
            </p:spPr>
          </p:cxnSp>
          <p:sp>
            <p:nvSpPr>
              <p:cNvPr id="569" name="Google Shape;367;p40"/>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70" name="Google Shape;368;p40"/>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71" name="Google Shape;369;p40"/>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72" name="Google Shape;370;p4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73" name="Google Shape;371;p40"/>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74" name="Google Shape;372;p40"/>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75" name="Google Shape;373;p40"/>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76" name="Google Shape;374;p40"/>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77" name="Google Shape;375;p40"/>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78" name="Google Shape;376;p40"/>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79" name="Google Shape;377;p40"/>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80" name="Google Shape;378;p40"/>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81" name="Google Shape;379;p40"/>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82" name="Google Shape;380;p4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83" name="Google Shape;381;p40"/>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584" name="Google Shape;382;p40"/>
            <p:cNvGrpSpPr/>
            <p:nvPr/>
          </p:nvGrpSpPr>
          <p:grpSpPr>
            <a:xfrm>
              <a:off x="11364840" y="0"/>
              <a:ext cx="673920" cy="6847920"/>
              <a:chOff x="11364840" y="0"/>
              <a:chExt cx="673920" cy="6847920"/>
            </a:xfrm>
          </p:grpSpPr>
          <p:sp>
            <p:nvSpPr>
              <p:cNvPr id="585" name="Google Shape;383;p40"/>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86" name="Google Shape;384;p40"/>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87" name="Google Shape;385;p40"/>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88" name="Google Shape;386;p40"/>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89" name="Google Shape;387;p40"/>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90" name="Google Shape;388;p40"/>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91" name="Google Shape;389;p40"/>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92" name="Google Shape;390;p40"/>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593" name="Google Shape;391;p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94" name="Google Shape;392;p40"/>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Tree>
  </p:cSld>
  <p:clrMap bg1="dk1" tx1="lt1" bg2="dk2" tx2="lt2" accent1="accent1" accent2="accent2" accent3="accent3" accent4="accent4" accent5="accent5" accent6="accent6" hlink="hlink" folHlink="folHlink"/>
  <p:sldLayoutIdLst>
    <p:sldLayoutId id="2147483673" r:id="rId4"/>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595" name="Google Shape;352;p40" descr="\\DROBO-FS\QuickDrops\JB\PPTX NG\Droplets\LightingOverlay.png"/>
          <p:cNvPicPr/>
          <p:nvPr/>
        </p:nvPicPr>
        <p:blipFill>
          <a:blip r:embed="rId3"/>
          <a:stretch/>
        </p:blipFill>
        <p:spPr>
          <a:xfrm>
            <a:off x="0" y="0"/>
            <a:ext cx="12191400" cy="6857280"/>
          </a:xfrm>
          <a:prstGeom prst="rect">
            <a:avLst/>
          </a:prstGeom>
          <a:ln w="0">
            <a:noFill/>
          </a:ln>
        </p:spPr>
      </p:pic>
      <p:grpSp>
        <p:nvGrpSpPr>
          <p:cNvPr id="596" name="Google Shape;353;p40"/>
          <p:cNvGrpSpPr/>
          <p:nvPr/>
        </p:nvGrpSpPr>
        <p:grpSpPr>
          <a:xfrm>
            <a:off x="-14400" y="0"/>
            <a:ext cx="12053160" cy="6857280"/>
            <a:chOff x="-14400" y="0"/>
            <a:chExt cx="12053160" cy="6857280"/>
          </a:xfrm>
        </p:grpSpPr>
        <p:grpSp>
          <p:nvGrpSpPr>
            <p:cNvPr id="597" name="Google Shape;354;p40"/>
            <p:cNvGrpSpPr/>
            <p:nvPr/>
          </p:nvGrpSpPr>
          <p:grpSpPr>
            <a:xfrm>
              <a:off x="-14400" y="0"/>
              <a:ext cx="1220400" cy="6857280"/>
              <a:chOff x="-14400" y="0"/>
              <a:chExt cx="1220400" cy="6857280"/>
            </a:xfrm>
          </p:grpSpPr>
          <p:sp>
            <p:nvSpPr>
              <p:cNvPr id="598" name="Google Shape;355;p40"/>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599" name="Google Shape;356;p40"/>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00" name="Google Shape;357;p40"/>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01" name="Google Shape;358;p40"/>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02" name="Google Shape;359;p40"/>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03" name="Google Shape;360;p4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04" name="Google Shape;361;p40"/>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05" name="Google Shape;362;p40"/>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06" name="Google Shape;363;p40"/>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07" name="Google Shape;364;p40"/>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08" name="Google Shape;365;p40"/>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609" name="Google Shape;366;p40"/>
              <p:cNvCxnSpPr/>
              <p:nvPr/>
            </p:nvCxnSpPr>
            <p:spPr>
              <a:xfrm>
                <a:off x="-4680" y="9360"/>
                <a:ext cx="720" cy="720"/>
              </a:xfrm>
              <a:prstGeom prst="straightConnector1">
                <a:avLst/>
              </a:prstGeom>
              <a:ln w="9525">
                <a:solidFill>
                  <a:srgbClr val="ffffff"/>
                </a:solidFill>
                <a:round/>
              </a:ln>
            </p:spPr>
          </p:cxnSp>
          <p:sp>
            <p:nvSpPr>
              <p:cNvPr id="610" name="Google Shape;367;p40"/>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11" name="Google Shape;368;p40"/>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12" name="Google Shape;369;p40"/>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13" name="Google Shape;370;p4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14" name="Google Shape;371;p40"/>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15" name="Google Shape;372;p40"/>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16" name="Google Shape;373;p40"/>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17" name="Google Shape;374;p40"/>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18" name="Google Shape;375;p40"/>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19" name="Google Shape;376;p40"/>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20" name="Google Shape;377;p40"/>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21" name="Google Shape;378;p40"/>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22" name="Google Shape;379;p40"/>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23" name="Google Shape;380;p4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24" name="Google Shape;381;p40"/>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625" name="Google Shape;382;p40"/>
            <p:cNvGrpSpPr/>
            <p:nvPr/>
          </p:nvGrpSpPr>
          <p:grpSpPr>
            <a:xfrm>
              <a:off x="11364840" y="0"/>
              <a:ext cx="673920" cy="6847920"/>
              <a:chOff x="11364840" y="0"/>
              <a:chExt cx="673920" cy="6847920"/>
            </a:xfrm>
          </p:grpSpPr>
          <p:sp>
            <p:nvSpPr>
              <p:cNvPr id="626" name="Google Shape;383;p40"/>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27" name="Google Shape;384;p40"/>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28" name="Google Shape;385;p40"/>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29" name="Google Shape;386;p40"/>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30" name="Google Shape;387;p40"/>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31" name="Google Shape;388;p40"/>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32" name="Google Shape;389;p40"/>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33" name="Google Shape;390;p40"/>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34" name="Google Shape;391;p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35" name="Google Shape;392;p40"/>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636"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
        <p:nvSpPr>
          <p:cNvPr id="637" name="PlaceHolder 2"/>
          <p:cNvSpPr>
            <a:spLocks noGrp="1"/>
          </p:cNvSpPr>
          <p:nvPr>
            <p:ph type="body"/>
          </p:nvPr>
        </p:nvSpPr>
        <p:spPr>
          <a:xfrm>
            <a:off x="1141560" y="2249640"/>
            <a:ext cx="9905400" cy="1688760"/>
          </a:xfrm>
          <a:prstGeom prst="rect">
            <a:avLst/>
          </a:prstGeom>
          <a:noFill/>
          <a:ln w="0">
            <a:noFill/>
          </a:ln>
        </p:spPr>
        <p:txBody>
          <a:bodyPr lIns="0" rIns="0" tIns="0" bIns="0" anchor="ctr">
            <a:normAutofit fontScale="85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638" name="PlaceHolder 3"/>
          <p:cNvSpPr>
            <a:spLocks noGrp="1"/>
          </p:cNvSpPr>
          <p:nvPr>
            <p:ph type="body"/>
          </p:nvPr>
        </p:nvSpPr>
        <p:spPr>
          <a:xfrm>
            <a:off x="1141560" y="4099680"/>
            <a:ext cx="9905400" cy="1688760"/>
          </a:xfrm>
          <a:prstGeom prst="rect">
            <a:avLst/>
          </a:prstGeom>
          <a:noFill/>
          <a:ln w="0">
            <a:noFill/>
          </a:ln>
        </p:spPr>
        <p:txBody>
          <a:bodyPr lIns="0" rIns="0" tIns="0" bIns="0" anchor="ctr">
            <a:normAutofit fontScale="85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75" r:id="rId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642" name="Google Shape;352;p40" descr="\\DROBO-FS\QuickDrops\JB\PPTX NG\Droplets\LightingOverlay.png"/>
          <p:cNvPicPr/>
          <p:nvPr/>
        </p:nvPicPr>
        <p:blipFill>
          <a:blip r:embed="rId3"/>
          <a:stretch/>
        </p:blipFill>
        <p:spPr>
          <a:xfrm>
            <a:off x="0" y="0"/>
            <a:ext cx="12191400" cy="6857280"/>
          </a:xfrm>
          <a:prstGeom prst="rect">
            <a:avLst/>
          </a:prstGeom>
          <a:ln w="0">
            <a:noFill/>
          </a:ln>
        </p:spPr>
      </p:pic>
      <p:grpSp>
        <p:nvGrpSpPr>
          <p:cNvPr id="643" name="Google Shape;353;p40"/>
          <p:cNvGrpSpPr/>
          <p:nvPr/>
        </p:nvGrpSpPr>
        <p:grpSpPr>
          <a:xfrm>
            <a:off x="-14400" y="0"/>
            <a:ext cx="12053160" cy="6857280"/>
            <a:chOff x="-14400" y="0"/>
            <a:chExt cx="12053160" cy="6857280"/>
          </a:xfrm>
        </p:grpSpPr>
        <p:grpSp>
          <p:nvGrpSpPr>
            <p:cNvPr id="644" name="Google Shape;354;p40"/>
            <p:cNvGrpSpPr/>
            <p:nvPr/>
          </p:nvGrpSpPr>
          <p:grpSpPr>
            <a:xfrm>
              <a:off x="-14400" y="0"/>
              <a:ext cx="1220400" cy="6857280"/>
              <a:chOff x="-14400" y="0"/>
              <a:chExt cx="1220400" cy="6857280"/>
            </a:xfrm>
          </p:grpSpPr>
          <p:sp>
            <p:nvSpPr>
              <p:cNvPr id="645" name="Google Shape;355;p40"/>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46" name="Google Shape;356;p40"/>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47" name="Google Shape;357;p40"/>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48" name="Google Shape;358;p40"/>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49" name="Google Shape;359;p40"/>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50" name="Google Shape;360;p4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51" name="Google Shape;361;p40"/>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52" name="Google Shape;362;p40"/>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53" name="Google Shape;363;p40"/>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54" name="Google Shape;364;p40"/>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55" name="Google Shape;365;p40"/>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656" name="Google Shape;366;p40"/>
              <p:cNvCxnSpPr/>
              <p:nvPr/>
            </p:nvCxnSpPr>
            <p:spPr>
              <a:xfrm>
                <a:off x="-4680" y="9360"/>
                <a:ext cx="720" cy="720"/>
              </a:xfrm>
              <a:prstGeom prst="straightConnector1">
                <a:avLst/>
              </a:prstGeom>
              <a:ln w="9525">
                <a:solidFill>
                  <a:srgbClr val="ffffff"/>
                </a:solidFill>
                <a:round/>
              </a:ln>
            </p:spPr>
          </p:cxnSp>
          <p:sp>
            <p:nvSpPr>
              <p:cNvPr id="657" name="Google Shape;367;p40"/>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58" name="Google Shape;368;p40"/>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59" name="Google Shape;369;p40"/>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60" name="Google Shape;370;p4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61" name="Google Shape;371;p40"/>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62" name="Google Shape;372;p40"/>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63" name="Google Shape;373;p40"/>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64" name="Google Shape;374;p40"/>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65" name="Google Shape;375;p40"/>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66" name="Google Shape;376;p40"/>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67" name="Google Shape;377;p40"/>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68" name="Google Shape;378;p40"/>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69" name="Google Shape;379;p40"/>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70" name="Google Shape;380;p4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71" name="Google Shape;381;p40"/>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672" name="Google Shape;382;p40"/>
            <p:cNvGrpSpPr/>
            <p:nvPr/>
          </p:nvGrpSpPr>
          <p:grpSpPr>
            <a:xfrm>
              <a:off x="11364840" y="0"/>
              <a:ext cx="673920" cy="6847920"/>
              <a:chOff x="11364840" y="0"/>
              <a:chExt cx="673920" cy="6847920"/>
            </a:xfrm>
          </p:grpSpPr>
          <p:sp>
            <p:nvSpPr>
              <p:cNvPr id="673" name="Google Shape;383;p40"/>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74" name="Google Shape;384;p40"/>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75" name="Google Shape;385;p40"/>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76" name="Google Shape;386;p40"/>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77" name="Google Shape;387;p40"/>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78" name="Google Shape;388;p40"/>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79" name="Google Shape;389;p40"/>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80" name="Google Shape;390;p40"/>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681" name="Google Shape;391;p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82" name="Google Shape;392;p40"/>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683"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
        <p:nvSpPr>
          <p:cNvPr id="684" name="PlaceHolder 2"/>
          <p:cNvSpPr>
            <a:spLocks noGrp="1"/>
          </p:cNvSpPr>
          <p:nvPr>
            <p:ph type="body"/>
          </p:nvPr>
        </p:nvSpPr>
        <p:spPr>
          <a:xfrm>
            <a:off x="1141560" y="2249640"/>
            <a:ext cx="4833360" cy="1688760"/>
          </a:xfrm>
          <a:prstGeom prst="rect">
            <a:avLst/>
          </a:prstGeom>
          <a:noFill/>
          <a:ln w="0">
            <a:noFill/>
          </a:ln>
        </p:spPr>
        <p:txBody>
          <a:bodyPr lIns="0" rIns="0" tIns="0" bIns="0" anchor="ctr">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685" name="PlaceHolder 3"/>
          <p:cNvSpPr>
            <a:spLocks noGrp="1"/>
          </p:cNvSpPr>
          <p:nvPr>
            <p:ph type="body"/>
          </p:nvPr>
        </p:nvSpPr>
        <p:spPr>
          <a:xfrm>
            <a:off x="6217200" y="2249640"/>
            <a:ext cx="4833360" cy="1688760"/>
          </a:xfrm>
          <a:prstGeom prst="rect">
            <a:avLst/>
          </a:prstGeom>
          <a:noFill/>
          <a:ln w="0">
            <a:noFill/>
          </a:ln>
        </p:spPr>
        <p:txBody>
          <a:bodyPr lIns="0" rIns="0" tIns="0" bIns="0" anchor="ctr">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686" name="PlaceHolder 4"/>
          <p:cNvSpPr>
            <a:spLocks noGrp="1"/>
          </p:cNvSpPr>
          <p:nvPr>
            <p:ph type="body"/>
          </p:nvPr>
        </p:nvSpPr>
        <p:spPr>
          <a:xfrm>
            <a:off x="1141560" y="4099680"/>
            <a:ext cx="4833360" cy="1688760"/>
          </a:xfrm>
          <a:prstGeom prst="rect">
            <a:avLst/>
          </a:prstGeom>
          <a:noFill/>
          <a:ln w="0">
            <a:noFill/>
          </a:ln>
        </p:spPr>
        <p:txBody>
          <a:bodyPr lIns="0" rIns="0" tIns="0" bIns="0" anchor="ctr">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687" name="PlaceHolder 5"/>
          <p:cNvSpPr>
            <a:spLocks noGrp="1"/>
          </p:cNvSpPr>
          <p:nvPr>
            <p:ph type="body"/>
          </p:nvPr>
        </p:nvSpPr>
        <p:spPr>
          <a:xfrm>
            <a:off x="6217200" y="4099680"/>
            <a:ext cx="4833360" cy="1688760"/>
          </a:xfrm>
          <a:prstGeom prst="rect">
            <a:avLst/>
          </a:prstGeom>
          <a:noFill/>
          <a:ln w="0">
            <a:noFill/>
          </a:ln>
        </p:spPr>
        <p:txBody>
          <a:bodyPr lIns="0" rIns="0" tIns="0" bIns="0" anchor="ctr">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77" r:id="rId4"/>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693" name="Google Shape;352;p40" descr="\\DROBO-FS\QuickDrops\JB\PPTX NG\Droplets\LightingOverlay.png"/>
          <p:cNvPicPr/>
          <p:nvPr/>
        </p:nvPicPr>
        <p:blipFill>
          <a:blip r:embed="rId3"/>
          <a:stretch/>
        </p:blipFill>
        <p:spPr>
          <a:xfrm>
            <a:off x="0" y="0"/>
            <a:ext cx="12191400" cy="6857280"/>
          </a:xfrm>
          <a:prstGeom prst="rect">
            <a:avLst/>
          </a:prstGeom>
          <a:ln w="0">
            <a:noFill/>
          </a:ln>
        </p:spPr>
      </p:pic>
      <p:grpSp>
        <p:nvGrpSpPr>
          <p:cNvPr id="694" name="Google Shape;353;p40"/>
          <p:cNvGrpSpPr/>
          <p:nvPr/>
        </p:nvGrpSpPr>
        <p:grpSpPr>
          <a:xfrm>
            <a:off x="-14400" y="0"/>
            <a:ext cx="12053160" cy="6857280"/>
            <a:chOff x="-14400" y="0"/>
            <a:chExt cx="12053160" cy="6857280"/>
          </a:xfrm>
        </p:grpSpPr>
        <p:grpSp>
          <p:nvGrpSpPr>
            <p:cNvPr id="695" name="Google Shape;354;p40"/>
            <p:cNvGrpSpPr/>
            <p:nvPr/>
          </p:nvGrpSpPr>
          <p:grpSpPr>
            <a:xfrm>
              <a:off x="-14400" y="0"/>
              <a:ext cx="1220400" cy="6857280"/>
              <a:chOff x="-14400" y="0"/>
              <a:chExt cx="1220400" cy="6857280"/>
            </a:xfrm>
          </p:grpSpPr>
          <p:sp>
            <p:nvSpPr>
              <p:cNvPr id="696" name="Google Shape;355;p40"/>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97" name="Google Shape;356;p40"/>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98" name="Google Shape;357;p40"/>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699" name="Google Shape;358;p40"/>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00" name="Google Shape;359;p40"/>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01" name="Google Shape;360;p4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02" name="Google Shape;361;p40"/>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03" name="Google Shape;362;p40"/>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04" name="Google Shape;363;p40"/>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05" name="Google Shape;364;p40"/>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06" name="Google Shape;365;p40"/>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707" name="Google Shape;366;p40"/>
              <p:cNvCxnSpPr/>
              <p:nvPr/>
            </p:nvCxnSpPr>
            <p:spPr>
              <a:xfrm>
                <a:off x="-4680" y="9360"/>
                <a:ext cx="720" cy="720"/>
              </a:xfrm>
              <a:prstGeom prst="straightConnector1">
                <a:avLst/>
              </a:prstGeom>
              <a:ln w="9525">
                <a:solidFill>
                  <a:srgbClr val="ffffff"/>
                </a:solidFill>
                <a:round/>
              </a:ln>
            </p:spPr>
          </p:cxnSp>
          <p:sp>
            <p:nvSpPr>
              <p:cNvPr id="708" name="Google Shape;367;p40"/>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09" name="Google Shape;368;p40"/>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10" name="Google Shape;369;p40"/>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11" name="Google Shape;370;p4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12" name="Google Shape;371;p40"/>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13" name="Google Shape;372;p40"/>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14" name="Google Shape;373;p40"/>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15" name="Google Shape;374;p40"/>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16" name="Google Shape;375;p40"/>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17" name="Google Shape;376;p40"/>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18" name="Google Shape;377;p40"/>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19" name="Google Shape;378;p40"/>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20" name="Google Shape;379;p40"/>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21" name="Google Shape;380;p4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22" name="Google Shape;381;p40"/>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723" name="Google Shape;382;p40"/>
            <p:cNvGrpSpPr/>
            <p:nvPr/>
          </p:nvGrpSpPr>
          <p:grpSpPr>
            <a:xfrm>
              <a:off x="11364840" y="0"/>
              <a:ext cx="673920" cy="6847920"/>
              <a:chOff x="11364840" y="0"/>
              <a:chExt cx="673920" cy="6847920"/>
            </a:xfrm>
          </p:grpSpPr>
          <p:sp>
            <p:nvSpPr>
              <p:cNvPr id="724" name="Google Shape;383;p40"/>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25" name="Google Shape;384;p40"/>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26" name="Google Shape;385;p40"/>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27" name="Google Shape;386;p40"/>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28" name="Google Shape;387;p40"/>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29" name="Google Shape;388;p40"/>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30" name="Google Shape;389;p40"/>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31" name="Google Shape;390;p40"/>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32" name="Google Shape;391;p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33" name="Google Shape;392;p40"/>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734"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
        <p:nvSpPr>
          <p:cNvPr id="735" name="PlaceHolder 2"/>
          <p:cNvSpPr>
            <a:spLocks noGrp="1"/>
          </p:cNvSpPr>
          <p:nvPr>
            <p:ph type="body"/>
          </p:nvPr>
        </p:nvSpPr>
        <p:spPr>
          <a:xfrm>
            <a:off x="1141560" y="2249640"/>
            <a:ext cx="3188880" cy="1688760"/>
          </a:xfrm>
          <a:prstGeom prst="rect">
            <a:avLst/>
          </a:prstGeom>
          <a:noFill/>
          <a:ln w="0">
            <a:noFill/>
          </a:ln>
        </p:spPr>
        <p:txBody>
          <a:bodyPr lIns="0" rIns="0" tIns="0" bIns="0" anchor="ctr">
            <a:normAutofit fontScale="4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736" name="PlaceHolder 3"/>
          <p:cNvSpPr>
            <a:spLocks noGrp="1"/>
          </p:cNvSpPr>
          <p:nvPr>
            <p:ph type="body"/>
          </p:nvPr>
        </p:nvSpPr>
        <p:spPr>
          <a:xfrm>
            <a:off x="4490640" y="2249640"/>
            <a:ext cx="3188880" cy="1688760"/>
          </a:xfrm>
          <a:prstGeom prst="rect">
            <a:avLst/>
          </a:prstGeom>
          <a:noFill/>
          <a:ln w="0">
            <a:noFill/>
          </a:ln>
        </p:spPr>
        <p:txBody>
          <a:bodyPr lIns="0" rIns="0" tIns="0" bIns="0" anchor="ctr">
            <a:normAutofit fontScale="4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737" name="PlaceHolder 4"/>
          <p:cNvSpPr>
            <a:spLocks noGrp="1"/>
          </p:cNvSpPr>
          <p:nvPr>
            <p:ph type="body"/>
          </p:nvPr>
        </p:nvSpPr>
        <p:spPr>
          <a:xfrm>
            <a:off x="7839720" y="2249640"/>
            <a:ext cx="3188880" cy="1688760"/>
          </a:xfrm>
          <a:prstGeom prst="rect">
            <a:avLst/>
          </a:prstGeom>
          <a:noFill/>
          <a:ln w="0">
            <a:noFill/>
          </a:ln>
        </p:spPr>
        <p:txBody>
          <a:bodyPr lIns="0" rIns="0" tIns="0" bIns="0" anchor="ctr">
            <a:normAutofit fontScale="4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738" name="PlaceHolder 5"/>
          <p:cNvSpPr>
            <a:spLocks noGrp="1"/>
          </p:cNvSpPr>
          <p:nvPr>
            <p:ph type="body"/>
          </p:nvPr>
        </p:nvSpPr>
        <p:spPr>
          <a:xfrm>
            <a:off x="1141560" y="4099680"/>
            <a:ext cx="3188880" cy="1688760"/>
          </a:xfrm>
          <a:prstGeom prst="rect">
            <a:avLst/>
          </a:prstGeom>
          <a:noFill/>
          <a:ln w="0">
            <a:noFill/>
          </a:ln>
        </p:spPr>
        <p:txBody>
          <a:bodyPr lIns="0" rIns="0" tIns="0" bIns="0" anchor="ctr">
            <a:normAutofit fontScale="4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739" name="PlaceHolder 6"/>
          <p:cNvSpPr>
            <a:spLocks noGrp="1"/>
          </p:cNvSpPr>
          <p:nvPr>
            <p:ph type="body"/>
          </p:nvPr>
        </p:nvSpPr>
        <p:spPr>
          <a:xfrm>
            <a:off x="4490640" y="4099680"/>
            <a:ext cx="3188880" cy="1688760"/>
          </a:xfrm>
          <a:prstGeom prst="rect">
            <a:avLst/>
          </a:prstGeom>
          <a:noFill/>
          <a:ln w="0">
            <a:noFill/>
          </a:ln>
        </p:spPr>
        <p:txBody>
          <a:bodyPr lIns="0" rIns="0" tIns="0" bIns="0" anchor="ctr">
            <a:normAutofit fontScale="4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740" name="PlaceHolder 7"/>
          <p:cNvSpPr>
            <a:spLocks noGrp="1"/>
          </p:cNvSpPr>
          <p:nvPr>
            <p:ph type="body"/>
          </p:nvPr>
        </p:nvSpPr>
        <p:spPr>
          <a:xfrm>
            <a:off x="7839720" y="4099680"/>
            <a:ext cx="3188880" cy="1688760"/>
          </a:xfrm>
          <a:prstGeom prst="rect">
            <a:avLst/>
          </a:prstGeom>
          <a:noFill/>
          <a:ln w="0">
            <a:noFill/>
          </a:ln>
        </p:spPr>
        <p:txBody>
          <a:bodyPr lIns="0" rIns="0" tIns="0" bIns="0" anchor="ctr">
            <a:normAutofit fontScale="4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79" r:id="rId4"/>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741" name="Google Shape;352;p40" descr="\\DROBO-FS\QuickDrops\JB\PPTX NG\Droplets\LightingOverlay.png"/>
          <p:cNvPicPr/>
          <p:nvPr/>
        </p:nvPicPr>
        <p:blipFill>
          <a:blip r:embed="rId3"/>
          <a:stretch/>
        </p:blipFill>
        <p:spPr>
          <a:xfrm>
            <a:off x="0" y="0"/>
            <a:ext cx="12191400" cy="6857280"/>
          </a:xfrm>
          <a:prstGeom prst="rect">
            <a:avLst/>
          </a:prstGeom>
          <a:ln w="0">
            <a:noFill/>
          </a:ln>
        </p:spPr>
      </p:pic>
      <p:grpSp>
        <p:nvGrpSpPr>
          <p:cNvPr id="742" name="Google Shape;353;p40"/>
          <p:cNvGrpSpPr/>
          <p:nvPr/>
        </p:nvGrpSpPr>
        <p:grpSpPr>
          <a:xfrm>
            <a:off x="-14400" y="0"/>
            <a:ext cx="12053160" cy="6857280"/>
            <a:chOff x="-14400" y="0"/>
            <a:chExt cx="12053160" cy="6857280"/>
          </a:xfrm>
        </p:grpSpPr>
        <p:grpSp>
          <p:nvGrpSpPr>
            <p:cNvPr id="743" name="Google Shape;354;p40"/>
            <p:cNvGrpSpPr/>
            <p:nvPr/>
          </p:nvGrpSpPr>
          <p:grpSpPr>
            <a:xfrm>
              <a:off x="-14400" y="0"/>
              <a:ext cx="1220400" cy="6857280"/>
              <a:chOff x="-14400" y="0"/>
              <a:chExt cx="1220400" cy="6857280"/>
            </a:xfrm>
          </p:grpSpPr>
          <p:sp>
            <p:nvSpPr>
              <p:cNvPr id="744" name="Google Shape;355;p40"/>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45" name="Google Shape;356;p40"/>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46" name="Google Shape;357;p40"/>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47" name="Google Shape;358;p40"/>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48" name="Google Shape;359;p40"/>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49" name="Google Shape;360;p4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50" name="Google Shape;361;p40"/>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51" name="Google Shape;362;p40"/>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52" name="Google Shape;363;p40"/>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53" name="Google Shape;364;p40"/>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54" name="Google Shape;365;p40"/>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755" name="Google Shape;366;p40"/>
              <p:cNvCxnSpPr/>
              <p:nvPr/>
            </p:nvCxnSpPr>
            <p:spPr>
              <a:xfrm>
                <a:off x="-4680" y="9360"/>
                <a:ext cx="720" cy="720"/>
              </a:xfrm>
              <a:prstGeom prst="straightConnector1">
                <a:avLst/>
              </a:prstGeom>
              <a:ln w="9525">
                <a:solidFill>
                  <a:srgbClr val="ffffff"/>
                </a:solidFill>
                <a:round/>
              </a:ln>
            </p:spPr>
          </p:cxnSp>
          <p:sp>
            <p:nvSpPr>
              <p:cNvPr id="756" name="Google Shape;367;p40"/>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57" name="Google Shape;368;p40"/>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58" name="Google Shape;369;p40"/>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59" name="Google Shape;370;p4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60" name="Google Shape;371;p40"/>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61" name="Google Shape;372;p40"/>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62" name="Google Shape;373;p40"/>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63" name="Google Shape;374;p40"/>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64" name="Google Shape;375;p40"/>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65" name="Google Shape;376;p40"/>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66" name="Google Shape;377;p40"/>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67" name="Google Shape;378;p40"/>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68" name="Google Shape;379;p40"/>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69" name="Google Shape;380;p4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70" name="Google Shape;381;p40"/>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771" name="Google Shape;382;p40"/>
            <p:cNvGrpSpPr/>
            <p:nvPr/>
          </p:nvGrpSpPr>
          <p:grpSpPr>
            <a:xfrm>
              <a:off x="11364840" y="0"/>
              <a:ext cx="673920" cy="6847920"/>
              <a:chOff x="11364840" y="0"/>
              <a:chExt cx="673920" cy="6847920"/>
            </a:xfrm>
          </p:grpSpPr>
          <p:sp>
            <p:nvSpPr>
              <p:cNvPr id="772" name="Google Shape;383;p40"/>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73" name="Google Shape;384;p40"/>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74" name="Google Shape;385;p40"/>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75" name="Google Shape;386;p40"/>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76" name="Google Shape;387;p40"/>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77" name="Google Shape;388;p40"/>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78" name="Google Shape;389;p40"/>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79" name="Google Shape;390;p40"/>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80" name="Google Shape;391;p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81" name="Google Shape;392;p40"/>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782"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81" r:id="rId4"/>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785" name="Google Shape;352;p40" descr="\\DROBO-FS\QuickDrops\JB\PPTX NG\Droplets\LightingOverlay.png"/>
          <p:cNvPicPr/>
          <p:nvPr/>
        </p:nvPicPr>
        <p:blipFill>
          <a:blip r:embed="rId3"/>
          <a:stretch/>
        </p:blipFill>
        <p:spPr>
          <a:xfrm>
            <a:off x="0" y="0"/>
            <a:ext cx="12191400" cy="6857280"/>
          </a:xfrm>
          <a:prstGeom prst="rect">
            <a:avLst/>
          </a:prstGeom>
          <a:ln w="0">
            <a:noFill/>
          </a:ln>
        </p:spPr>
      </p:pic>
      <p:grpSp>
        <p:nvGrpSpPr>
          <p:cNvPr id="786" name="Google Shape;353;p40"/>
          <p:cNvGrpSpPr/>
          <p:nvPr/>
        </p:nvGrpSpPr>
        <p:grpSpPr>
          <a:xfrm>
            <a:off x="-14400" y="0"/>
            <a:ext cx="12053160" cy="6857280"/>
            <a:chOff x="-14400" y="0"/>
            <a:chExt cx="12053160" cy="6857280"/>
          </a:xfrm>
        </p:grpSpPr>
        <p:grpSp>
          <p:nvGrpSpPr>
            <p:cNvPr id="787" name="Google Shape;354;p40"/>
            <p:cNvGrpSpPr/>
            <p:nvPr/>
          </p:nvGrpSpPr>
          <p:grpSpPr>
            <a:xfrm>
              <a:off x="-14400" y="0"/>
              <a:ext cx="1220400" cy="6857280"/>
              <a:chOff x="-14400" y="0"/>
              <a:chExt cx="1220400" cy="6857280"/>
            </a:xfrm>
          </p:grpSpPr>
          <p:sp>
            <p:nvSpPr>
              <p:cNvPr id="788" name="Google Shape;355;p40"/>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89" name="Google Shape;356;p40"/>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90" name="Google Shape;357;p40"/>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91" name="Google Shape;358;p40"/>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92" name="Google Shape;359;p40"/>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93" name="Google Shape;360;p4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94" name="Google Shape;361;p40"/>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95" name="Google Shape;362;p40"/>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96" name="Google Shape;363;p40"/>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797" name="Google Shape;364;p40"/>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798" name="Google Shape;365;p40"/>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799" name="Google Shape;366;p40"/>
              <p:cNvCxnSpPr/>
              <p:nvPr/>
            </p:nvCxnSpPr>
            <p:spPr>
              <a:xfrm>
                <a:off x="-4680" y="9360"/>
                <a:ext cx="720" cy="720"/>
              </a:xfrm>
              <a:prstGeom prst="straightConnector1">
                <a:avLst/>
              </a:prstGeom>
              <a:ln w="9525">
                <a:solidFill>
                  <a:srgbClr val="ffffff"/>
                </a:solidFill>
                <a:round/>
              </a:ln>
            </p:spPr>
          </p:cxnSp>
          <p:sp>
            <p:nvSpPr>
              <p:cNvPr id="800" name="Google Shape;367;p40"/>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01" name="Google Shape;368;p40"/>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02" name="Google Shape;369;p40"/>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03" name="Google Shape;370;p4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04" name="Google Shape;371;p40"/>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05" name="Google Shape;372;p40"/>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06" name="Google Shape;373;p40"/>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07" name="Google Shape;374;p40"/>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08" name="Google Shape;375;p40"/>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09" name="Google Shape;376;p40"/>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10" name="Google Shape;377;p40"/>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11" name="Google Shape;378;p40"/>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12" name="Google Shape;379;p40"/>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13" name="Google Shape;380;p4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14" name="Google Shape;381;p40"/>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815" name="Google Shape;382;p40"/>
            <p:cNvGrpSpPr/>
            <p:nvPr/>
          </p:nvGrpSpPr>
          <p:grpSpPr>
            <a:xfrm>
              <a:off x="11364840" y="0"/>
              <a:ext cx="673920" cy="6847920"/>
              <a:chOff x="11364840" y="0"/>
              <a:chExt cx="673920" cy="6847920"/>
            </a:xfrm>
          </p:grpSpPr>
          <p:sp>
            <p:nvSpPr>
              <p:cNvPr id="816" name="Google Shape;383;p40"/>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17" name="Google Shape;384;p40"/>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18" name="Google Shape;385;p40"/>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19" name="Google Shape;386;p40"/>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20" name="Google Shape;387;p40"/>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21" name="Google Shape;388;p40"/>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22" name="Google Shape;389;p40"/>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23" name="Google Shape;390;p40"/>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24" name="Google Shape;391;p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25" name="Google Shape;392;p40"/>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826"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
        <p:nvSpPr>
          <p:cNvPr id="827" name="PlaceHolder 2"/>
          <p:cNvSpPr>
            <a:spLocks noGrp="1"/>
          </p:cNvSpPr>
          <p:nvPr>
            <p:ph type="body"/>
          </p:nvPr>
        </p:nvSpPr>
        <p:spPr>
          <a:xfrm>
            <a:off x="1141560" y="2249640"/>
            <a:ext cx="9905400" cy="3540960"/>
          </a:xfrm>
          <a:prstGeom prst="rect">
            <a:avLst/>
          </a:prstGeom>
          <a:noFill/>
          <a:ln w="0">
            <a:noFill/>
          </a:ln>
        </p:spPr>
        <p:txBody>
          <a:bodyPr lIns="0" rIns="0" tIns="0" bIns="0" anchor="ctr">
            <a:normAutofit/>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83" r:id="rId4"/>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830" name="Google Shape;352;p40" descr="\\DROBO-FS\QuickDrops\JB\PPTX NG\Droplets\LightingOverlay.png"/>
          <p:cNvPicPr/>
          <p:nvPr/>
        </p:nvPicPr>
        <p:blipFill>
          <a:blip r:embed="rId3"/>
          <a:stretch/>
        </p:blipFill>
        <p:spPr>
          <a:xfrm>
            <a:off x="0" y="0"/>
            <a:ext cx="12191400" cy="6857280"/>
          </a:xfrm>
          <a:prstGeom prst="rect">
            <a:avLst/>
          </a:prstGeom>
          <a:ln w="0">
            <a:noFill/>
          </a:ln>
        </p:spPr>
      </p:pic>
      <p:grpSp>
        <p:nvGrpSpPr>
          <p:cNvPr id="831" name="Google Shape;353;p40"/>
          <p:cNvGrpSpPr/>
          <p:nvPr/>
        </p:nvGrpSpPr>
        <p:grpSpPr>
          <a:xfrm>
            <a:off x="-14400" y="0"/>
            <a:ext cx="12053160" cy="6857280"/>
            <a:chOff x="-14400" y="0"/>
            <a:chExt cx="12053160" cy="6857280"/>
          </a:xfrm>
        </p:grpSpPr>
        <p:grpSp>
          <p:nvGrpSpPr>
            <p:cNvPr id="832" name="Google Shape;354;p40"/>
            <p:cNvGrpSpPr/>
            <p:nvPr/>
          </p:nvGrpSpPr>
          <p:grpSpPr>
            <a:xfrm>
              <a:off x="-14400" y="0"/>
              <a:ext cx="1220400" cy="6857280"/>
              <a:chOff x="-14400" y="0"/>
              <a:chExt cx="1220400" cy="6857280"/>
            </a:xfrm>
          </p:grpSpPr>
          <p:sp>
            <p:nvSpPr>
              <p:cNvPr id="833" name="Google Shape;355;p40"/>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34" name="Google Shape;356;p40"/>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35" name="Google Shape;357;p40"/>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36" name="Google Shape;358;p40"/>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37" name="Google Shape;359;p40"/>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38" name="Google Shape;360;p4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39" name="Google Shape;361;p40"/>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40" name="Google Shape;362;p40"/>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41" name="Google Shape;363;p40"/>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42" name="Google Shape;364;p40"/>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43" name="Google Shape;365;p40"/>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844" name="Google Shape;366;p40"/>
              <p:cNvCxnSpPr/>
              <p:nvPr/>
            </p:nvCxnSpPr>
            <p:spPr>
              <a:xfrm>
                <a:off x="-4680" y="9360"/>
                <a:ext cx="720" cy="720"/>
              </a:xfrm>
              <a:prstGeom prst="straightConnector1">
                <a:avLst/>
              </a:prstGeom>
              <a:ln w="9525">
                <a:solidFill>
                  <a:srgbClr val="ffffff"/>
                </a:solidFill>
                <a:round/>
              </a:ln>
            </p:spPr>
          </p:cxnSp>
          <p:sp>
            <p:nvSpPr>
              <p:cNvPr id="845" name="Google Shape;367;p40"/>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46" name="Google Shape;368;p40"/>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47" name="Google Shape;369;p40"/>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48" name="Google Shape;370;p4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49" name="Google Shape;371;p40"/>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50" name="Google Shape;372;p40"/>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51" name="Google Shape;373;p40"/>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52" name="Google Shape;374;p40"/>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53" name="Google Shape;375;p40"/>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54" name="Google Shape;376;p40"/>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55" name="Google Shape;377;p40"/>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56" name="Google Shape;378;p40"/>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57" name="Google Shape;379;p40"/>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58" name="Google Shape;380;p4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59" name="Google Shape;381;p40"/>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860" name="Google Shape;382;p40"/>
            <p:cNvGrpSpPr/>
            <p:nvPr/>
          </p:nvGrpSpPr>
          <p:grpSpPr>
            <a:xfrm>
              <a:off x="11364840" y="0"/>
              <a:ext cx="673920" cy="6847920"/>
              <a:chOff x="11364840" y="0"/>
              <a:chExt cx="673920" cy="6847920"/>
            </a:xfrm>
          </p:grpSpPr>
          <p:sp>
            <p:nvSpPr>
              <p:cNvPr id="861" name="Google Shape;383;p40"/>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62" name="Google Shape;384;p40"/>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63" name="Google Shape;385;p40"/>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64" name="Google Shape;386;p40"/>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65" name="Google Shape;387;p40"/>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66" name="Google Shape;388;p40"/>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67" name="Google Shape;389;p40"/>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68" name="Google Shape;390;p40"/>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69" name="Google Shape;391;p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70" name="Google Shape;392;p40"/>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871"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
        <p:nvSpPr>
          <p:cNvPr id="872" name="PlaceHolder 2"/>
          <p:cNvSpPr>
            <a:spLocks noGrp="1"/>
          </p:cNvSpPr>
          <p:nvPr>
            <p:ph type="body"/>
          </p:nvPr>
        </p:nvSpPr>
        <p:spPr>
          <a:xfrm>
            <a:off x="1141560" y="2249640"/>
            <a:ext cx="4833360" cy="3540960"/>
          </a:xfrm>
          <a:prstGeom prst="rect">
            <a:avLst/>
          </a:prstGeom>
          <a:noFill/>
          <a:ln w="0">
            <a:noFill/>
          </a:ln>
        </p:spPr>
        <p:txBody>
          <a:bodyPr lIns="0" rIns="0" tIns="0" bIns="0" anchor="ctr">
            <a:normAutofit/>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873" name="PlaceHolder 3"/>
          <p:cNvSpPr>
            <a:spLocks noGrp="1"/>
          </p:cNvSpPr>
          <p:nvPr>
            <p:ph type="body"/>
          </p:nvPr>
        </p:nvSpPr>
        <p:spPr>
          <a:xfrm>
            <a:off x="6217200" y="2249640"/>
            <a:ext cx="4833360" cy="3540960"/>
          </a:xfrm>
          <a:prstGeom prst="rect">
            <a:avLst/>
          </a:prstGeom>
          <a:noFill/>
          <a:ln w="0">
            <a:noFill/>
          </a:ln>
        </p:spPr>
        <p:txBody>
          <a:bodyPr lIns="0" rIns="0" tIns="0" bIns="0" anchor="ctr">
            <a:normAutofit/>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85" r:id="rId4"/>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877" name="Google Shape;352;p40" descr="\\DROBO-FS\QuickDrops\JB\PPTX NG\Droplets\LightingOverlay.png"/>
          <p:cNvPicPr/>
          <p:nvPr/>
        </p:nvPicPr>
        <p:blipFill>
          <a:blip r:embed="rId3"/>
          <a:stretch/>
        </p:blipFill>
        <p:spPr>
          <a:xfrm>
            <a:off x="0" y="0"/>
            <a:ext cx="12191400" cy="6857280"/>
          </a:xfrm>
          <a:prstGeom prst="rect">
            <a:avLst/>
          </a:prstGeom>
          <a:ln w="0">
            <a:noFill/>
          </a:ln>
        </p:spPr>
      </p:pic>
      <p:grpSp>
        <p:nvGrpSpPr>
          <p:cNvPr id="878" name="Google Shape;353;p40"/>
          <p:cNvGrpSpPr/>
          <p:nvPr/>
        </p:nvGrpSpPr>
        <p:grpSpPr>
          <a:xfrm>
            <a:off x="-14400" y="0"/>
            <a:ext cx="12053160" cy="6857280"/>
            <a:chOff x="-14400" y="0"/>
            <a:chExt cx="12053160" cy="6857280"/>
          </a:xfrm>
        </p:grpSpPr>
        <p:grpSp>
          <p:nvGrpSpPr>
            <p:cNvPr id="879" name="Google Shape;354;p40"/>
            <p:cNvGrpSpPr/>
            <p:nvPr/>
          </p:nvGrpSpPr>
          <p:grpSpPr>
            <a:xfrm>
              <a:off x="-14400" y="0"/>
              <a:ext cx="1220400" cy="6857280"/>
              <a:chOff x="-14400" y="0"/>
              <a:chExt cx="1220400" cy="6857280"/>
            </a:xfrm>
          </p:grpSpPr>
          <p:sp>
            <p:nvSpPr>
              <p:cNvPr id="880" name="Google Shape;355;p40"/>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81" name="Google Shape;356;p40"/>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82" name="Google Shape;357;p40"/>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83" name="Google Shape;358;p40"/>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84" name="Google Shape;359;p40"/>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85" name="Google Shape;360;p4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86" name="Google Shape;361;p40"/>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87" name="Google Shape;362;p40"/>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88" name="Google Shape;363;p40"/>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89" name="Google Shape;364;p40"/>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90" name="Google Shape;365;p40"/>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891" name="Google Shape;366;p40"/>
              <p:cNvCxnSpPr/>
              <p:nvPr/>
            </p:nvCxnSpPr>
            <p:spPr>
              <a:xfrm>
                <a:off x="-4680" y="9360"/>
                <a:ext cx="720" cy="720"/>
              </a:xfrm>
              <a:prstGeom prst="straightConnector1">
                <a:avLst/>
              </a:prstGeom>
              <a:ln w="9525">
                <a:solidFill>
                  <a:srgbClr val="ffffff"/>
                </a:solidFill>
                <a:round/>
              </a:ln>
            </p:spPr>
          </p:cxnSp>
          <p:sp>
            <p:nvSpPr>
              <p:cNvPr id="892" name="Google Shape;367;p40"/>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93" name="Google Shape;368;p40"/>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94" name="Google Shape;369;p40"/>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95" name="Google Shape;370;p4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96" name="Google Shape;371;p40"/>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97" name="Google Shape;372;p40"/>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898" name="Google Shape;373;p40"/>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899" name="Google Shape;374;p40"/>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00" name="Google Shape;375;p40"/>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01" name="Google Shape;376;p40"/>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02" name="Google Shape;377;p40"/>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03" name="Google Shape;378;p40"/>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04" name="Google Shape;379;p40"/>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05" name="Google Shape;380;p4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06" name="Google Shape;381;p40"/>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907" name="Google Shape;382;p40"/>
            <p:cNvGrpSpPr/>
            <p:nvPr/>
          </p:nvGrpSpPr>
          <p:grpSpPr>
            <a:xfrm>
              <a:off x="11364840" y="0"/>
              <a:ext cx="673920" cy="6847920"/>
              <a:chOff x="11364840" y="0"/>
              <a:chExt cx="673920" cy="6847920"/>
            </a:xfrm>
          </p:grpSpPr>
          <p:sp>
            <p:nvSpPr>
              <p:cNvPr id="908" name="Google Shape;383;p40"/>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09" name="Google Shape;384;p40"/>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10" name="Google Shape;385;p40"/>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11" name="Google Shape;386;p40"/>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12" name="Google Shape;387;p40"/>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13" name="Google Shape;388;p40"/>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14" name="Google Shape;389;p40"/>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15" name="Google Shape;390;p40"/>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16" name="Google Shape;391;p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17" name="Google Shape;392;p40"/>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918"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87" r:id="rId4"/>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920" name="Google Shape;352;p40" descr="\\DROBO-FS\QuickDrops\JB\PPTX NG\Droplets\LightingOverlay.png"/>
          <p:cNvPicPr/>
          <p:nvPr/>
        </p:nvPicPr>
        <p:blipFill>
          <a:blip r:embed="rId3"/>
          <a:stretch/>
        </p:blipFill>
        <p:spPr>
          <a:xfrm>
            <a:off x="0" y="0"/>
            <a:ext cx="12191400" cy="6857280"/>
          </a:xfrm>
          <a:prstGeom prst="rect">
            <a:avLst/>
          </a:prstGeom>
          <a:ln w="0">
            <a:noFill/>
          </a:ln>
        </p:spPr>
      </p:pic>
      <p:grpSp>
        <p:nvGrpSpPr>
          <p:cNvPr id="921" name="Google Shape;353;p40"/>
          <p:cNvGrpSpPr/>
          <p:nvPr/>
        </p:nvGrpSpPr>
        <p:grpSpPr>
          <a:xfrm>
            <a:off x="-14400" y="0"/>
            <a:ext cx="12053160" cy="6857280"/>
            <a:chOff x="-14400" y="0"/>
            <a:chExt cx="12053160" cy="6857280"/>
          </a:xfrm>
        </p:grpSpPr>
        <p:grpSp>
          <p:nvGrpSpPr>
            <p:cNvPr id="922" name="Google Shape;354;p40"/>
            <p:cNvGrpSpPr/>
            <p:nvPr/>
          </p:nvGrpSpPr>
          <p:grpSpPr>
            <a:xfrm>
              <a:off x="-14400" y="0"/>
              <a:ext cx="1220400" cy="6857280"/>
              <a:chOff x="-14400" y="0"/>
              <a:chExt cx="1220400" cy="6857280"/>
            </a:xfrm>
          </p:grpSpPr>
          <p:sp>
            <p:nvSpPr>
              <p:cNvPr id="923" name="Google Shape;355;p40"/>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24" name="Google Shape;356;p40"/>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25" name="Google Shape;357;p40"/>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26" name="Google Shape;358;p40"/>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27" name="Google Shape;359;p40"/>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28" name="Google Shape;360;p4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29" name="Google Shape;361;p40"/>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30" name="Google Shape;362;p40"/>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31" name="Google Shape;363;p40"/>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32" name="Google Shape;364;p40"/>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33" name="Google Shape;365;p40"/>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934" name="Google Shape;366;p40"/>
              <p:cNvCxnSpPr/>
              <p:nvPr/>
            </p:nvCxnSpPr>
            <p:spPr>
              <a:xfrm>
                <a:off x="-4680" y="9360"/>
                <a:ext cx="720" cy="720"/>
              </a:xfrm>
              <a:prstGeom prst="straightConnector1">
                <a:avLst/>
              </a:prstGeom>
              <a:ln w="9525">
                <a:solidFill>
                  <a:srgbClr val="ffffff"/>
                </a:solidFill>
                <a:round/>
              </a:ln>
            </p:spPr>
          </p:cxnSp>
          <p:sp>
            <p:nvSpPr>
              <p:cNvPr id="935" name="Google Shape;367;p40"/>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36" name="Google Shape;368;p40"/>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37" name="Google Shape;369;p40"/>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38" name="Google Shape;370;p4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39" name="Google Shape;371;p40"/>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40" name="Google Shape;372;p40"/>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41" name="Google Shape;373;p40"/>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42" name="Google Shape;374;p40"/>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43" name="Google Shape;375;p40"/>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44" name="Google Shape;376;p40"/>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45" name="Google Shape;377;p40"/>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46" name="Google Shape;378;p40"/>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47" name="Google Shape;379;p40"/>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48" name="Google Shape;380;p4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49" name="Google Shape;381;p40"/>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950" name="Google Shape;382;p40"/>
            <p:cNvGrpSpPr/>
            <p:nvPr/>
          </p:nvGrpSpPr>
          <p:grpSpPr>
            <a:xfrm>
              <a:off x="11364840" y="0"/>
              <a:ext cx="673920" cy="6847920"/>
              <a:chOff x="11364840" y="0"/>
              <a:chExt cx="673920" cy="6847920"/>
            </a:xfrm>
          </p:grpSpPr>
          <p:sp>
            <p:nvSpPr>
              <p:cNvPr id="951" name="Google Shape;383;p40"/>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52" name="Google Shape;384;p40"/>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53" name="Google Shape;385;p40"/>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54" name="Google Shape;386;p40"/>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55" name="Google Shape;387;p40"/>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56" name="Google Shape;388;p40"/>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57" name="Google Shape;389;p40"/>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58" name="Google Shape;390;p40"/>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59" name="Google Shape;391;p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60" name="Google Shape;392;p40"/>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Tree>
  </p:cSld>
  <p:clrMap bg1="dk1" tx1="lt1" bg2="dk2" tx2="lt2" accent1="accent1" accent2="accent2" accent3="accent3" accent4="accent4" accent5="accent5" accent6="accent6" hlink="hlink" folHlink="folHlink"/>
  <p:sldLayoutIdLst>
    <p:sldLayoutId id="2147483689" r:id="rId4"/>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961" name="Google Shape;352;p40" descr="\\DROBO-FS\QuickDrops\JB\PPTX NG\Droplets\LightingOverlay.png"/>
          <p:cNvPicPr/>
          <p:nvPr/>
        </p:nvPicPr>
        <p:blipFill>
          <a:blip r:embed="rId3"/>
          <a:stretch/>
        </p:blipFill>
        <p:spPr>
          <a:xfrm>
            <a:off x="0" y="0"/>
            <a:ext cx="12191400" cy="6857280"/>
          </a:xfrm>
          <a:prstGeom prst="rect">
            <a:avLst/>
          </a:prstGeom>
          <a:ln w="0">
            <a:noFill/>
          </a:ln>
        </p:spPr>
      </p:pic>
      <p:grpSp>
        <p:nvGrpSpPr>
          <p:cNvPr id="962" name="Google Shape;353;p40"/>
          <p:cNvGrpSpPr/>
          <p:nvPr/>
        </p:nvGrpSpPr>
        <p:grpSpPr>
          <a:xfrm>
            <a:off x="-14400" y="0"/>
            <a:ext cx="12053160" cy="6857280"/>
            <a:chOff x="-14400" y="0"/>
            <a:chExt cx="12053160" cy="6857280"/>
          </a:xfrm>
        </p:grpSpPr>
        <p:grpSp>
          <p:nvGrpSpPr>
            <p:cNvPr id="963" name="Google Shape;354;p40"/>
            <p:cNvGrpSpPr/>
            <p:nvPr/>
          </p:nvGrpSpPr>
          <p:grpSpPr>
            <a:xfrm>
              <a:off x="-14400" y="0"/>
              <a:ext cx="1220400" cy="6857280"/>
              <a:chOff x="-14400" y="0"/>
              <a:chExt cx="1220400" cy="6857280"/>
            </a:xfrm>
          </p:grpSpPr>
          <p:sp>
            <p:nvSpPr>
              <p:cNvPr id="964" name="Google Shape;355;p40"/>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65" name="Google Shape;356;p40"/>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66" name="Google Shape;357;p40"/>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67" name="Google Shape;358;p40"/>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68" name="Google Shape;359;p40"/>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69" name="Google Shape;360;p4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70" name="Google Shape;361;p40"/>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71" name="Google Shape;362;p40"/>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72" name="Google Shape;363;p40"/>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73" name="Google Shape;364;p40"/>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74" name="Google Shape;365;p40"/>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975" name="Google Shape;366;p40"/>
              <p:cNvCxnSpPr/>
              <p:nvPr/>
            </p:nvCxnSpPr>
            <p:spPr>
              <a:xfrm>
                <a:off x="-4680" y="9360"/>
                <a:ext cx="720" cy="720"/>
              </a:xfrm>
              <a:prstGeom prst="straightConnector1">
                <a:avLst/>
              </a:prstGeom>
              <a:ln w="9525">
                <a:solidFill>
                  <a:srgbClr val="ffffff"/>
                </a:solidFill>
                <a:round/>
              </a:ln>
            </p:spPr>
          </p:cxnSp>
          <p:sp>
            <p:nvSpPr>
              <p:cNvPr id="976" name="Google Shape;367;p40"/>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77" name="Google Shape;368;p40"/>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78" name="Google Shape;369;p40"/>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79" name="Google Shape;370;p4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80" name="Google Shape;371;p40"/>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81" name="Google Shape;372;p40"/>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82" name="Google Shape;373;p40"/>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83" name="Google Shape;374;p40"/>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84" name="Google Shape;375;p40"/>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85" name="Google Shape;376;p40"/>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86" name="Google Shape;377;p40"/>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87" name="Google Shape;378;p40"/>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88" name="Google Shape;379;p40"/>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89" name="Google Shape;380;p4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90" name="Google Shape;381;p40"/>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991" name="Google Shape;382;p40"/>
            <p:cNvGrpSpPr/>
            <p:nvPr/>
          </p:nvGrpSpPr>
          <p:grpSpPr>
            <a:xfrm>
              <a:off x="11364840" y="0"/>
              <a:ext cx="673920" cy="6847920"/>
              <a:chOff x="11364840" y="0"/>
              <a:chExt cx="673920" cy="6847920"/>
            </a:xfrm>
          </p:grpSpPr>
          <p:sp>
            <p:nvSpPr>
              <p:cNvPr id="992" name="Google Shape;383;p40"/>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93" name="Google Shape;384;p40"/>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94" name="Google Shape;385;p40"/>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95" name="Google Shape;386;p40"/>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96" name="Google Shape;387;p40"/>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97" name="Google Shape;388;p40"/>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998" name="Google Shape;389;p40"/>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999" name="Google Shape;390;p40"/>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00" name="Google Shape;391;p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01" name="Google Shape;392;p40"/>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1002"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
        <p:nvSpPr>
          <p:cNvPr id="1003" name="PlaceHolder 2"/>
          <p:cNvSpPr>
            <a:spLocks noGrp="1"/>
          </p:cNvSpPr>
          <p:nvPr>
            <p:ph type="body"/>
          </p:nvPr>
        </p:nvSpPr>
        <p:spPr>
          <a:xfrm>
            <a:off x="1141560" y="2249640"/>
            <a:ext cx="4833360" cy="1688760"/>
          </a:xfrm>
          <a:prstGeom prst="rect">
            <a:avLst/>
          </a:prstGeom>
          <a:noFill/>
          <a:ln w="0">
            <a:noFill/>
          </a:ln>
        </p:spPr>
        <p:txBody>
          <a:bodyPr lIns="0" rIns="0" tIns="0" bIns="0" anchor="ctr">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1004" name="PlaceHolder 3"/>
          <p:cNvSpPr>
            <a:spLocks noGrp="1"/>
          </p:cNvSpPr>
          <p:nvPr>
            <p:ph type="body"/>
          </p:nvPr>
        </p:nvSpPr>
        <p:spPr>
          <a:xfrm>
            <a:off x="6217200" y="2249640"/>
            <a:ext cx="4833360" cy="3540960"/>
          </a:xfrm>
          <a:prstGeom prst="rect">
            <a:avLst/>
          </a:prstGeom>
          <a:noFill/>
          <a:ln w="0">
            <a:noFill/>
          </a:ln>
        </p:spPr>
        <p:txBody>
          <a:bodyPr lIns="0" rIns="0" tIns="0" bIns="0" anchor="ctr">
            <a:normAutofit/>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1005" name="PlaceHolder 4"/>
          <p:cNvSpPr>
            <a:spLocks noGrp="1"/>
          </p:cNvSpPr>
          <p:nvPr>
            <p:ph type="body"/>
          </p:nvPr>
        </p:nvSpPr>
        <p:spPr>
          <a:xfrm>
            <a:off x="1141560" y="4099680"/>
            <a:ext cx="4833360" cy="1688760"/>
          </a:xfrm>
          <a:prstGeom prst="rect">
            <a:avLst/>
          </a:prstGeom>
          <a:noFill/>
          <a:ln w="0">
            <a:noFill/>
          </a:ln>
        </p:spPr>
        <p:txBody>
          <a:bodyPr lIns="0" rIns="0" tIns="0" bIns="0" anchor="ctr">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91" r:id="rId4"/>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1010" name="Google Shape;352;p40" descr="\\DROBO-FS\QuickDrops\JB\PPTX NG\Droplets\LightingOverlay.png"/>
          <p:cNvPicPr/>
          <p:nvPr/>
        </p:nvPicPr>
        <p:blipFill>
          <a:blip r:embed="rId3"/>
          <a:stretch/>
        </p:blipFill>
        <p:spPr>
          <a:xfrm>
            <a:off x="0" y="0"/>
            <a:ext cx="12191400" cy="6857280"/>
          </a:xfrm>
          <a:prstGeom prst="rect">
            <a:avLst/>
          </a:prstGeom>
          <a:ln w="0">
            <a:noFill/>
          </a:ln>
        </p:spPr>
      </p:pic>
      <p:grpSp>
        <p:nvGrpSpPr>
          <p:cNvPr id="1011" name="Google Shape;353;p40"/>
          <p:cNvGrpSpPr/>
          <p:nvPr/>
        </p:nvGrpSpPr>
        <p:grpSpPr>
          <a:xfrm>
            <a:off x="-14400" y="0"/>
            <a:ext cx="12053160" cy="6857280"/>
            <a:chOff x="-14400" y="0"/>
            <a:chExt cx="12053160" cy="6857280"/>
          </a:xfrm>
        </p:grpSpPr>
        <p:grpSp>
          <p:nvGrpSpPr>
            <p:cNvPr id="1012" name="Google Shape;354;p40"/>
            <p:cNvGrpSpPr/>
            <p:nvPr/>
          </p:nvGrpSpPr>
          <p:grpSpPr>
            <a:xfrm>
              <a:off x="-14400" y="0"/>
              <a:ext cx="1220400" cy="6857280"/>
              <a:chOff x="-14400" y="0"/>
              <a:chExt cx="1220400" cy="6857280"/>
            </a:xfrm>
          </p:grpSpPr>
          <p:sp>
            <p:nvSpPr>
              <p:cNvPr id="1013" name="Google Shape;355;p40"/>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14" name="Google Shape;356;p40"/>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15" name="Google Shape;357;p40"/>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16" name="Google Shape;358;p40"/>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17" name="Google Shape;359;p40"/>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18" name="Google Shape;360;p4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19" name="Google Shape;361;p40"/>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20" name="Google Shape;362;p40"/>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21" name="Google Shape;363;p40"/>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22" name="Google Shape;364;p40"/>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23" name="Google Shape;365;p40"/>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1024" name="Google Shape;366;p40"/>
              <p:cNvCxnSpPr/>
              <p:nvPr/>
            </p:nvCxnSpPr>
            <p:spPr>
              <a:xfrm>
                <a:off x="-4680" y="9360"/>
                <a:ext cx="720" cy="720"/>
              </a:xfrm>
              <a:prstGeom prst="straightConnector1">
                <a:avLst/>
              </a:prstGeom>
              <a:ln w="9525">
                <a:solidFill>
                  <a:srgbClr val="ffffff"/>
                </a:solidFill>
                <a:round/>
              </a:ln>
            </p:spPr>
          </p:cxnSp>
          <p:sp>
            <p:nvSpPr>
              <p:cNvPr id="1025" name="Google Shape;367;p40"/>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26" name="Google Shape;368;p40"/>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27" name="Google Shape;369;p40"/>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28" name="Google Shape;370;p4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29" name="Google Shape;371;p40"/>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30" name="Google Shape;372;p40"/>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31" name="Google Shape;373;p40"/>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32" name="Google Shape;374;p40"/>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33" name="Google Shape;375;p40"/>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34" name="Google Shape;376;p40"/>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35" name="Google Shape;377;p40"/>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36" name="Google Shape;378;p40"/>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37" name="Google Shape;379;p40"/>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38" name="Google Shape;380;p4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39" name="Google Shape;381;p40"/>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1040" name="Google Shape;382;p40"/>
            <p:cNvGrpSpPr/>
            <p:nvPr/>
          </p:nvGrpSpPr>
          <p:grpSpPr>
            <a:xfrm>
              <a:off x="11364840" y="0"/>
              <a:ext cx="673920" cy="6847920"/>
              <a:chOff x="11364840" y="0"/>
              <a:chExt cx="673920" cy="6847920"/>
            </a:xfrm>
          </p:grpSpPr>
          <p:sp>
            <p:nvSpPr>
              <p:cNvPr id="1041" name="Google Shape;383;p40"/>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42" name="Google Shape;384;p40"/>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43" name="Google Shape;385;p40"/>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44" name="Google Shape;386;p40"/>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45" name="Google Shape;387;p40"/>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46" name="Google Shape;388;p40"/>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47" name="Google Shape;389;p40"/>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48" name="Google Shape;390;p40"/>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49" name="Google Shape;391;p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50" name="Google Shape;392;p40"/>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1051"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
        <p:nvSpPr>
          <p:cNvPr id="1052" name="PlaceHolder 2"/>
          <p:cNvSpPr>
            <a:spLocks noGrp="1"/>
          </p:cNvSpPr>
          <p:nvPr>
            <p:ph type="body"/>
          </p:nvPr>
        </p:nvSpPr>
        <p:spPr>
          <a:xfrm>
            <a:off x="1141560" y="2249640"/>
            <a:ext cx="4833360" cy="3540960"/>
          </a:xfrm>
          <a:prstGeom prst="rect">
            <a:avLst/>
          </a:prstGeom>
          <a:noFill/>
          <a:ln w="0">
            <a:noFill/>
          </a:ln>
        </p:spPr>
        <p:txBody>
          <a:bodyPr lIns="0" rIns="0" tIns="0" bIns="0" anchor="ctr">
            <a:normAutofit/>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1053" name="PlaceHolder 3"/>
          <p:cNvSpPr>
            <a:spLocks noGrp="1"/>
          </p:cNvSpPr>
          <p:nvPr>
            <p:ph type="body"/>
          </p:nvPr>
        </p:nvSpPr>
        <p:spPr>
          <a:xfrm>
            <a:off x="6217200" y="2249640"/>
            <a:ext cx="4833360" cy="1688760"/>
          </a:xfrm>
          <a:prstGeom prst="rect">
            <a:avLst/>
          </a:prstGeom>
          <a:noFill/>
          <a:ln w="0">
            <a:noFill/>
          </a:ln>
        </p:spPr>
        <p:txBody>
          <a:bodyPr lIns="0" rIns="0" tIns="0" bIns="0" anchor="ctr">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1054" name="PlaceHolder 4"/>
          <p:cNvSpPr>
            <a:spLocks noGrp="1"/>
          </p:cNvSpPr>
          <p:nvPr>
            <p:ph type="body"/>
          </p:nvPr>
        </p:nvSpPr>
        <p:spPr>
          <a:xfrm>
            <a:off x="6217200" y="4099680"/>
            <a:ext cx="4833360" cy="1688760"/>
          </a:xfrm>
          <a:prstGeom prst="rect">
            <a:avLst/>
          </a:prstGeom>
          <a:noFill/>
          <a:ln w="0">
            <a:noFill/>
          </a:ln>
        </p:spPr>
        <p:txBody>
          <a:bodyPr lIns="0" rIns="0" tIns="0" bIns="0" anchor="ctr">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93" r:id="rId4"/>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1059" name="Google Shape;352;p40" descr="\\DROBO-FS\QuickDrops\JB\PPTX NG\Droplets\LightingOverlay.png"/>
          <p:cNvPicPr/>
          <p:nvPr/>
        </p:nvPicPr>
        <p:blipFill>
          <a:blip r:embed="rId3"/>
          <a:stretch/>
        </p:blipFill>
        <p:spPr>
          <a:xfrm>
            <a:off x="0" y="0"/>
            <a:ext cx="12191400" cy="6857280"/>
          </a:xfrm>
          <a:prstGeom prst="rect">
            <a:avLst/>
          </a:prstGeom>
          <a:ln w="0">
            <a:noFill/>
          </a:ln>
        </p:spPr>
      </p:pic>
      <p:grpSp>
        <p:nvGrpSpPr>
          <p:cNvPr id="1060" name="Google Shape;353;p40"/>
          <p:cNvGrpSpPr/>
          <p:nvPr/>
        </p:nvGrpSpPr>
        <p:grpSpPr>
          <a:xfrm>
            <a:off x="-14400" y="0"/>
            <a:ext cx="12053160" cy="6857280"/>
            <a:chOff x="-14400" y="0"/>
            <a:chExt cx="12053160" cy="6857280"/>
          </a:xfrm>
        </p:grpSpPr>
        <p:grpSp>
          <p:nvGrpSpPr>
            <p:cNvPr id="1061" name="Google Shape;354;p40"/>
            <p:cNvGrpSpPr/>
            <p:nvPr/>
          </p:nvGrpSpPr>
          <p:grpSpPr>
            <a:xfrm>
              <a:off x="-14400" y="0"/>
              <a:ext cx="1220400" cy="6857280"/>
              <a:chOff x="-14400" y="0"/>
              <a:chExt cx="1220400" cy="6857280"/>
            </a:xfrm>
          </p:grpSpPr>
          <p:sp>
            <p:nvSpPr>
              <p:cNvPr id="1062" name="Google Shape;355;p40"/>
              <p:cNvSpPr/>
              <p:nvPr/>
            </p:nvSpPr>
            <p:spPr>
              <a:xfrm>
                <a:off x="114480" y="468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63" name="Google Shape;356;p40"/>
              <p:cNvSpPr/>
              <p:nvPr/>
            </p:nvSpPr>
            <p:spPr>
              <a:xfrm>
                <a:off x="33480" y="217656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64" name="Google Shape;357;p40"/>
              <p:cNvSpPr/>
              <p:nvPr/>
            </p:nvSpPr>
            <p:spPr>
              <a:xfrm>
                <a:off x="28440" y="4021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65" name="Google Shape;358;p40"/>
              <p:cNvSpPr/>
              <p:nvPr/>
            </p:nvSpPr>
            <p:spPr>
              <a:xfrm>
                <a:off x="200160" y="4680"/>
                <a:ext cx="369000" cy="1810440"/>
              </a:xfrm>
              <a:custGeom>
                <a:avLst/>
                <a:gdLst>
                  <a:gd name="textAreaLeft" fmla="*/ 0 w 369000"/>
                  <a:gd name="textAreaRight" fmla="*/ 369360 w 369000"/>
                  <a:gd name="textAreaTop" fmla="*/ 0 h 1810440"/>
                  <a:gd name="textAreaBottom" fmla="*/ 1810800 h 1810440"/>
                </a:gdLst>
                <a:ahLst/>
                <a:rect l="textAreaLeft" t="textAreaTop" r="textAreaRight" b="textAreaBottom"/>
                <a:pathLst>
                  <a:path w="233" h="1141">
                    <a:moveTo>
                      <a:pt x="218" y="1141"/>
                    </a:moveTo>
                    <a:lnTo>
                      <a:pt x="0" y="626"/>
                    </a:lnTo>
                    <a:lnTo>
                      <a:pt x="0" y="0"/>
                    </a:lnTo>
                    <a:lnTo>
                      <a:pt x="15" y="0"/>
                    </a:lnTo>
                    <a:lnTo>
                      <a:pt x="15" y="623"/>
                    </a:lnTo>
                    <a:lnTo>
                      <a:pt x="233" y="1135"/>
                    </a:lnTo>
                    <a:lnTo>
                      <a:pt x="218" y="114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66" name="Google Shape;359;p40"/>
              <p:cNvSpPr/>
              <p:nvPr/>
            </p:nvSpPr>
            <p:spPr>
              <a:xfrm>
                <a:off x="503280" y="18018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67" name="Google Shape;360;p40"/>
              <p:cNvSpPr/>
              <p:nvPr/>
            </p:nvSpPr>
            <p:spPr>
              <a:xfrm>
                <a:off x="285840" y="4680"/>
                <a:ext cx="369000" cy="1429560"/>
              </a:xfrm>
              <a:custGeom>
                <a:avLst/>
                <a:gdLst>
                  <a:gd name="textAreaLeft" fmla="*/ 0 w 369000"/>
                  <a:gd name="textAreaRight" fmla="*/ 369360 w 369000"/>
                  <a:gd name="textAreaTop" fmla="*/ 0 h 1429560"/>
                  <a:gd name="textAreaBottom" fmla="*/ 1429920 h 1429560"/>
                </a:gdLst>
                <a:ahLst/>
                <a:rect l="textAreaLeft" t="textAreaTop" r="textAreaRight" b="textAreaBottom"/>
                <a:pathLst>
                  <a:path w="233" h="901">
                    <a:moveTo>
                      <a:pt x="221" y="901"/>
                    </a:moveTo>
                    <a:lnTo>
                      <a:pt x="0" y="383"/>
                    </a:lnTo>
                    <a:lnTo>
                      <a:pt x="0" y="0"/>
                    </a:lnTo>
                    <a:lnTo>
                      <a:pt x="18" y="0"/>
                    </a:lnTo>
                    <a:lnTo>
                      <a:pt x="18" y="380"/>
                    </a:lnTo>
                    <a:lnTo>
                      <a:pt x="233" y="895"/>
                    </a:lnTo>
                    <a:lnTo>
                      <a:pt x="221" y="901"/>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68" name="Google Shape;361;p40"/>
              <p:cNvSpPr/>
              <p:nvPr/>
            </p:nvSpPr>
            <p:spPr>
              <a:xfrm>
                <a:off x="546120" y="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96" y="575"/>
                    </a:moveTo>
                    <a:lnTo>
                      <a:pt x="78" y="575"/>
                    </a:lnTo>
                    <a:lnTo>
                      <a:pt x="78" y="192"/>
                    </a:lnTo>
                    <a:lnTo>
                      <a:pt x="0" y="6"/>
                    </a:lnTo>
                    <a:lnTo>
                      <a:pt x="15" y="0"/>
                    </a:lnTo>
                    <a:lnTo>
                      <a:pt x="96" y="189"/>
                    </a:lnTo>
                    <a:lnTo>
                      <a:pt x="96"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69" name="Google Shape;362;p40"/>
              <p:cNvSpPr/>
              <p:nvPr/>
            </p:nvSpPr>
            <p:spPr>
              <a:xfrm>
                <a:off x="588960" y="14209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70" name="Google Shape;363;p40"/>
              <p:cNvSpPr/>
              <p:nvPr/>
            </p:nvSpPr>
            <p:spPr>
              <a:xfrm>
                <a:off x="588960" y="9032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71" name="Google Shape;364;p40"/>
              <p:cNvSpPr/>
              <p:nvPr/>
            </p:nvSpPr>
            <p:spPr>
              <a:xfrm>
                <a:off x="641520" y="0"/>
                <a:ext cx="421560" cy="526320"/>
              </a:xfrm>
              <a:custGeom>
                <a:avLst/>
                <a:gdLst>
                  <a:gd name="textAreaLeft" fmla="*/ 0 w 421560"/>
                  <a:gd name="textAreaRight" fmla="*/ 421920 w 421560"/>
                  <a:gd name="textAreaTop" fmla="*/ 0 h 526320"/>
                  <a:gd name="textAreaBottom" fmla="*/ 526680 h 526320"/>
                </a:gdLst>
                <a:ahLst/>
                <a:rect l="textAreaLeft" t="textAreaTop" r="textAreaRight" b="textAreaBottom"/>
                <a:pathLst>
                  <a:path w="266" h="332">
                    <a:moveTo>
                      <a:pt x="257" y="332"/>
                    </a:moveTo>
                    <a:lnTo>
                      <a:pt x="48" y="123"/>
                    </a:lnTo>
                    <a:lnTo>
                      <a:pt x="0" y="6"/>
                    </a:lnTo>
                    <a:lnTo>
                      <a:pt x="15" y="0"/>
                    </a:lnTo>
                    <a:lnTo>
                      <a:pt x="63" y="114"/>
                    </a:lnTo>
                    <a:lnTo>
                      <a:pt x="266" y="320"/>
                    </a:lnTo>
                    <a:lnTo>
                      <a:pt x="257" y="332"/>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72" name="Google Shape;365;p40"/>
              <p:cNvSpPr/>
              <p:nvPr/>
            </p:nvSpPr>
            <p:spPr>
              <a:xfrm>
                <a:off x="1020600" y="488880"/>
                <a:ext cx="161280" cy="146880"/>
              </a:xfrm>
              <a:custGeom>
                <a:avLst/>
                <a:gdLst>
                  <a:gd name="textAreaLeft" fmla="*/ 0 w 161280"/>
                  <a:gd name="textAreaRight" fmla="*/ 161640 w 161280"/>
                  <a:gd name="textAreaTop" fmla="*/ 0 h 146880"/>
                  <a:gd name="textAreaBottom" fmla="*/ 147240 h 146880"/>
                </a:gdLst>
                <a:ahLst/>
                <a:rect l="textAreaLeft" t="textAreaTop" r="textAreaRight" b="textAreaBottom"/>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cxnSp>
            <p:nvCxnSpPr>
              <p:cNvPr id="1073" name="Google Shape;366;p40"/>
              <p:cNvCxnSpPr/>
              <p:nvPr/>
            </p:nvCxnSpPr>
            <p:spPr>
              <a:xfrm>
                <a:off x="-4680" y="9360"/>
                <a:ext cx="720" cy="720"/>
              </a:xfrm>
              <a:prstGeom prst="straightConnector1">
                <a:avLst/>
              </a:prstGeom>
              <a:ln w="9525">
                <a:solidFill>
                  <a:srgbClr val="ffffff"/>
                </a:solidFill>
                <a:round/>
              </a:ln>
            </p:spPr>
          </p:cxnSp>
          <p:sp>
            <p:nvSpPr>
              <p:cNvPr id="1074" name="Google Shape;367;p40"/>
              <p:cNvSpPr/>
              <p:nvPr/>
            </p:nvSpPr>
            <p:spPr>
              <a:xfrm>
                <a:off x="9360" y="1801800"/>
                <a:ext cx="123120" cy="126360"/>
              </a:xfrm>
              <a:custGeom>
                <a:avLst/>
                <a:gdLst>
                  <a:gd name="textAreaLeft" fmla="*/ 0 w 123120"/>
                  <a:gd name="textAreaRight" fmla="*/ 123480 w 123120"/>
                  <a:gd name="textAreaTop" fmla="*/ 0 h 126360"/>
                  <a:gd name="textAreaBottom" fmla="*/ 126720 h 126360"/>
                </a:gdLst>
                <a:ahLst/>
                <a:rect l="textAreaLeft" t="textAreaTop" r="textAreaRight" b="textAreaBottom"/>
                <a:pathLst>
                  <a:path w="78" h="80">
                    <a:moveTo>
                      <a:pt x="6" y="80"/>
                    </a:moveTo>
                    <a:lnTo>
                      <a:pt x="0" y="71"/>
                    </a:lnTo>
                    <a:lnTo>
                      <a:pt x="69" y="0"/>
                    </a:lnTo>
                    <a:lnTo>
                      <a:pt x="78" y="9"/>
                    </a:lnTo>
                    <a:lnTo>
                      <a:pt x="6" y="8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75" name="Google Shape;368;p40"/>
              <p:cNvSpPr/>
              <p:nvPr/>
            </p:nvSpPr>
            <p:spPr>
              <a:xfrm>
                <a:off x="-9360" y="3549600"/>
                <a:ext cx="146880" cy="480240"/>
              </a:xfrm>
              <a:custGeom>
                <a:avLst/>
                <a:gdLst>
                  <a:gd name="textAreaLeft" fmla="*/ 0 w 146880"/>
                  <a:gd name="textAreaRight" fmla="*/ 147240 w 146880"/>
                  <a:gd name="textAreaTop" fmla="*/ 0 h 480240"/>
                  <a:gd name="textAreaBottom" fmla="*/ 480600 h 480240"/>
                </a:gdLst>
                <a:ahLst/>
                <a:rect l="textAreaLeft" t="textAreaTop" r="textAreaRight" b="textAreaBottom"/>
                <a:pathLst>
                  <a:path w="93" h="303">
                    <a:moveTo>
                      <a:pt x="93" y="303"/>
                    </a:moveTo>
                    <a:lnTo>
                      <a:pt x="78" y="303"/>
                    </a:lnTo>
                    <a:lnTo>
                      <a:pt x="78" y="78"/>
                    </a:lnTo>
                    <a:lnTo>
                      <a:pt x="0" y="12"/>
                    </a:lnTo>
                    <a:lnTo>
                      <a:pt x="12" y="0"/>
                    </a:lnTo>
                    <a:lnTo>
                      <a:pt x="93" y="69"/>
                    </a:lnTo>
                    <a:lnTo>
                      <a:pt x="93" y="30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76" name="Google Shape;369;p40"/>
              <p:cNvSpPr/>
              <p:nvPr/>
            </p:nvSpPr>
            <p:spPr>
              <a:xfrm>
                <a:off x="128520" y="1382760"/>
                <a:ext cx="142200" cy="475560"/>
              </a:xfrm>
              <a:custGeom>
                <a:avLst/>
                <a:gdLst>
                  <a:gd name="textAreaLeft" fmla="*/ 0 w 142200"/>
                  <a:gd name="textAreaRight" fmla="*/ 142560 w 142200"/>
                  <a:gd name="textAreaTop" fmla="*/ 0 h 475560"/>
                  <a:gd name="textAreaBottom" fmla="*/ 475920 h 475560"/>
                </a:gdLst>
                <a:ahLst/>
                <a:rect l="textAreaLeft" t="textAreaTop" r="textAreaRight" b="textAreaBottom"/>
                <a:pathLst>
                  <a:path w="90" h="300">
                    <a:moveTo>
                      <a:pt x="90" y="300"/>
                    </a:moveTo>
                    <a:lnTo>
                      <a:pt x="78" y="300"/>
                    </a:lnTo>
                    <a:lnTo>
                      <a:pt x="78" y="84"/>
                    </a:lnTo>
                    <a:lnTo>
                      <a:pt x="0" y="9"/>
                    </a:lnTo>
                    <a:lnTo>
                      <a:pt x="9" y="0"/>
                    </a:lnTo>
                    <a:lnTo>
                      <a:pt x="90" y="81"/>
                    </a:lnTo>
                    <a:lnTo>
                      <a:pt x="90" y="300"/>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77" name="Google Shape;370;p40"/>
              <p:cNvSpPr/>
              <p:nvPr/>
            </p:nvSpPr>
            <p:spPr>
              <a:xfrm>
                <a:off x="204840" y="1849320"/>
                <a:ext cx="113760" cy="107280"/>
              </a:xfrm>
              <a:custGeom>
                <a:avLst/>
                <a:gdLst>
                  <a:gd name="textAreaLeft" fmla="*/ 0 w 113760"/>
                  <a:gd name="textAreaRight" fmla="*/ 114120 w 113760"/>
                  <a:gd name="textAreaTop" fmla="*/ 0 h 107280"/>
                  <a:gd name="textAreaBottom" fmla="*/ 107640 h 107280"/>
                </a:gdLst>
                <a:ahLst/>
                <a:rect l="textAreaLeft" t="textAreaTop" r="textAreaRight" b="textAreaBottom"/>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53640" bIns="536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78" name="Google Shape;371;p40"/>
              <p:cNvSpPr/>
              <p:nvPr/>
            </p:nvSpPr>
            <p:spPr>
              <a:xfrm>
                <a:off x="133200" y="4662360"/>
                <a:ext cx="23040" cy="218052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79" name="Google Shape;372;p40"/>
              <p:cNvSpPr/>
              <p:nvPr/>
            </p:nvSpPr>
            <p:spPr>
              <a:xfrm>
                <a:off x="223920" y="5041800"/>
                <a:ext cx="369000" cy="1801080"/>
              </a:xfrm>
              <a:custGeom>
                <a:avLst/>
                <a:gdLst>
                  <a:gd name="textAreaLeft" fmla="*/ 0 w 369000"/>
                  <a:gd name="textAreaRight" fmla="*/ 369360 w 369000"/>
                  <a:gd name="textAreaTop" fmla="*/ 0 h 1801080"/>
                  <a:gd name="textAreaBottom" fmla="*/ 1801440 h 1801080"/>
                </a:gdLst>
                <a:ahLst/>
                <a:rect l="textAreaLeft" t="textAreaTop" r="textAreaRight" b="textAreaBottom"/>
                <a:pathLst>
                  <a:path w="233" h="1135">
                    <a:moveTo>
                      <a:pt x="15" y="1135"/>
                    </a:moveTo>
                    <a:lnTo>
                      <a:pt x="0" y="1135"/>
                    </a:lnTo>
                    <a:lnTo>
                      <a:pt x="0" y="515"/>
                    </a:lnTo>
                    <a:lnTo>
                      <a:pt x="0" y="512"/>
                    </a:lnTo>
                    <a:lnTo>
                      <a:pt x="218" y="0"/>
                    </a:lnTo>
                    <a:lnTo>
                      <a:pt x="233" y="6"/>
                    </a:lnTo>
                    <a:lnTo>
                      <a:pt x="15" y="518"/>
                    </a:lnTo>
                    <a:lnTo>
                      <a:pt x="15"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80" name="Google Shape;373;p40"/>
              <p:cNvSpPr/>
              <p:nvPr/>
            </p:nvSpPr>
            <p:spPr>
              <a:xfrm>
                <a:off x="52560" y="4481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81" name="Google Shape;374;p40"/>
              <p:cNvSpPr/>
              <p:nvPr/>
            </p:nvSpPr>
            <p:spPr>
              <a:xfrm>
                <a:off x="-14400" y="5627520"/>
                <a:ext cx="84960" cy="1215360"/>
              </a:xfrm>
              <a:custGeom>
                <a:avLst/>
                <a:gdLst>
                  <a:gd name="textAreaLeft" fmla="*/ 0 w 84960"/>
                  <a:gd name="textAreaRight" fmla="*/ 85320 w 84960"/>
                  <a:gd name="textAreaTop" fmla="*/ 0 h 1215360"/>
                  <a:gd name="textAreaBottom" fmla="*/ 1215720 h 1215360"/>
                </a:gdLst>
                <a:ahLst/>
                <a:rect l="textAreaLeft" t="textAreaTop" r="textAreaRight" b="textAreaBottom"/>
                <a:pathLst>
                  <a:path w="54" h="766">
                    <a:moveTo>
                      <a:pt x="54" y="766"/>
                    </a:moveTo>
                    <a:lnTo>
                      <a:pt x="36" y="766"/>
                    </a:lnTo>
                    <a:lnTo>
                      <a:pt x="36" y="149"/>
                    </a:lnTo>
                    <a:lnTo>
                      <a:pt x="0" y="3"/>
                    </a:lnTo>
                    <a:lnTo>
                      <a:pt x="18" y="0"/>
                    </a:lnTo>
                    <a:lnTo>
                      <a:pt x="54" y="146"/>
                    </a:lnTo>
                    <a:lnTo>
                      <a:pt x="54" y="76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82" name="Google Shape;375;p40"/>
              <p:cNvSpPr/>
              <p:nvPr/>
            </p:nvSpPr>
            <p:spPr>
              <a:xfrm>
                <a:off x="527040" y="486720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83" name="Google Shape;376;p40"/>
              <p:cNvSpPr/>
              <p:nvPr/>
            </p:nvSpPr>
            <p:spPr>
              <a:xfrm>
                <a:off x="309600" y="5423040"/>
                <a:ext cx="374040" cy="1424880"/>
              </a:xfrm>
              <a:custGeom>
                <a:avLst/>
                <a:gdLst>
                  <a:gd name="textAreaLeft" fmla="*/ 0 w 374040"/>
                  <a:gd name="textAreaRight" fmla="*/ 374400 w 374040"/>
                  <a:gd name="textAreaTop" fmla="*/ 0 h 1424880"/>
                  <a:gd name="textAreaBottom" fmla="*/ 1425240 h 1424880"/>
                </a:gdLst>
                <a:ahLst/>
                <a:rect l="textAreaLeft" t="textAreaTop" r="textAreaRight" b="textAreaBottom"/>
                <a:pathLst>
                  <a:path w="236" h="898">
                    <a:moveTo>
                      <a:pt x="18" y="898"/>
                    </a:moveTo>
                    <a:lnTo>
                      <a:pt x="0" y="898"/>
                    </a:lnTo>
                    <a:lnTo>
                      <a:pt x="0" y="515"/>
                    </a:lnTo>
                    <a:lnTo>
                      <a:pt x="3" y="512"/>
                    </a:lnTo>
                    <a:lnTo>
                      <a:pt x="221" y="0"/>
                    </a:lnTo>
                    <a:lnTo>
                      <a:pt x="236" y="6"/>
                    </a:lnTo>
                    <a:lnTo>
                      <a:pt x="18" y="518"/>
                    </a:lnTo>
                    <a:lnTo>
                      <a:pt x="18" y="898"/>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84" name="Google Shape;377;p40"/>
              <p:cNvSpPr/>
              <p:nvPr/>
            </p:nvSpPr>
            <p:spPr>
              <a:xfrm>
                <a:off x="569880" y="5945040"/>
                <a:ext cx="151560" cy="912240"/>
              </a:xfrm>
              <a:custGeom>
                <a:avLst/>
                <a:gdLst>
                  <a:gd name="textAreaLeft" fmla="*/ 0 w 151560"/>
                  <a:gd name="textAreaRight" fmla="*/ 151920 w 151560"/>
                  <a:gd name="textAreaTop" fmla="*/ 0 h 912240"/>
                  <a:gd name="textAreaBottom" fmla="*/ 912600 h 912240"/>
                </a:gdLst>
                <a:ahLst/>
                <a:rect l="textAreaLeft" t="textAreaTop" r="textAreaRight" b="textAreaBottom"/>
                <a:pathLst>
                  <a:path w="96" h="575">
                    <a:moveTo>
                      <a:pt x="15" y="575"/>
                    </a:moveTo>
                    <a:lnTo>
                      <a:pt x="0" y="569"/>
                    </a:lnTo>
                    <a:lnTo>
                      <a:pt x="81" y="383"/>
                    </a:lnTo>
                    <a:lnTo>
                      <a:pt x="81" y="0"/>
                    </a:lnTo>
                    <a:lnTo>
                      <a:pt x="96" y="0"/>
                    </a:lnTo>
                    <a:lnTo>
                      <a:pt x="96" y="386"/>
                    </a:lnTo>
                    <a:lnTo>
                      <a:pt x="15" y="57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85" name="Google Shape;378;p40"/>
              <p:cNvSpPr/>
              <p:nvPr/>
            </p:nvSpPr>
            <p:spPr>
              <a:xfrm>
                <a:off x="612720" y="524664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86" name="Google Shape;379;p40"/>
              <p:cNvSpPr/>
              <p:nvPr/>
            </p:nvSpPr>
            <p:spPr>
              <a:xfrm>
                <a:off x="612720" y="5764320"/>
                <a:ext cx="189720" cy="189720"/>
              </a:xfrm>
              <a:custGeom>
                <a:avLst/>
                <a:gdLst>
                  <a:gd name="textAreaLeft" fmla="*/ 0 w 189720"/>
                  <a:gd name="textAreaRight" fmla="*/ 190080 w 18972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87" name="Google Shape;380;p40"/>
              <p:cNvSpPr/>
              <p:nvPr/>
            </p:nvSpPr>
            <p:spPr>
              <a:xfrm>
                <a:off x="669960" y="6330960"/>
                <a:ext cx="416880" cy="516960"/>
              </a:xfrm>
              <a:custGeom>
                <a:avLst/>
                <a:gdLst>
                  <a:gd name="textAreaLeft" fmla="*/ 0 w 416880"/>
                  <a:gd name="textAreaRight" fmla="*/ 417240 w 416880"/>
                  <a:gd name="textAreaTop" fmla="*/ 0 h 516960"/>
                  <a:gd name="textAreaBottom" fmla="*/ 517320 h 516960"/>
                </a:gdLst>
                <a:ahLst/>
                <a:rect l="textAreaLeft" t="textAreaTop" r="textAreaRight" b="textAreaBottom"/>
                <a:pathLst>
                  <a:path w="263" h="326">
                    <a:moveTo>
                      <a:pt x="15" y="326"/>
                    </a:moveTo>
                    <a:lnTo>
                      <a:pt x="0" y="320"/>
                    </a:lnTo>
                    <a:lnTo>
                      <a:pt x="45" y="206"/>
                    </a:lnTo>
                    <a:lnTo>
                      <a:pt x="48" y="206"/>
                    </a:lnTo>
                    <a:lnTo>
                      <a:pt x="254" y="0"/>
                    </a:lnTo>
                    <a:lnTo>
                      <a:pt x="263" y="12"/>
                    </a:lnTo>
                    <a:lnTo>
                      <a:pt x="60" y="215"/>
                    </a:lnTo>
                    <a:lnTo>
                      <a:pt x="15" y="326"/>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88" name="Google Shape;381;p40"/>
              <p:cNvSpPr/>
              <p:nvPr/>
            </p:nvSpPr>
            <p:spPr>
              <a:xfrm>
                <a:off x="1049400" y="6221520"/>
                <a:ext cx="156600" cy="146880"/>
              </a:xfrm>
              <a:custGeom>
                <a:avLst/>
                <a:gdLst>
                  <a:gd name="textAreaLeft" fmla="*/ 0 w 156600"/>
                  <a:gd name="textAreaRight" fmla="*/ 156960 w 156600"/>
                  <a:gd name="textAreaTop" fmla="*/ 0 h 146880"/>
                  <a:gd name="textAreaBottom" fmla="*/ 147240 h 146880"/>
                </a:gdLst>
                <a:ahLst/>
                <a:rect l="textAreaLeft" t="textAreaTop" r="textAreaRight" b="textAreaBottom"/>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3440" bIns="73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nvGrpSpPr>
            <p:cNvPr id="1089" name="Google Shape;382;p40"/>
            <p:cNvGrpSpPr/>
            <p:nvPr/>
          </p:nvGrpSpPr>
          <p:grpSpPr>
            <a:xfrm>
              <a:off x="11364840" y="0"/>
              <a:ext cx="673920" cy="6847920"/>
              <a:chOff x="11364840" y="0"/>
              <a:chExt cx="673920" cy="6847920"/>
            </a:xfrm>
          </p:grpSpPr>
          <p:sp>
            <p:nvSpPr>
              <p:cNvPr id="1090" name="Google Shape;383;p40"/>
              <p:cNvSpPr/>
              <p:nvPr/>
            </p:nvSpPr>
            <p:spPr>
              <a:xfrm>
                <a:off x="11484000" y="0"/>
                <a:ext cx="416880" cy="511920"/>
              </a:xfrm>
              <a:custGeom>
                <a:avLst/>
                <a:gdLst>
                  <a:gd name="textAreaLeft" fmla="*/ 0 w 416880"/>
                  <a:gd name="textAreaRight" fmla="*/ 417240 w 416880"/>
                  <a:gd name="textAreaTop" fmla="*/ 0 h 511920"/>
                  <a:gd name="textAreaBottom" fmla="*/ 512280 h 511920"/>
                </a:gdLst>
                <a:ahLst/>
                <a:rect l="textAreaLeft" t="textAreaTop" r="textAreaRight" b="textAreaBottom"/>
                <a:pathLst>
                  <a:path w="263" h="323">
                    <a:moveTo>
                      <a:pt x="12" y="323"/>
                    </a:moveTo>
                    <a:lnTo>
                      <a:pt x="0" y="314"/>
                    </a:lnTo>
                    <a:lnTo>
                      <a:pt x="203" y="108"/>
                    </a:lnTo>
                    <a:lnTo>
                      <a:pt x="248" y="0"/>
                    </a:lnTo>
                    <a:lnTo>
                      <a:pt x="263" y="6"/>
                    </a:lnTo>
                    <a:lnTo>
                      <a:pt x="218" y="117"/>
                    </a:lnTo>
                    <a:lnTo>
                      <a:pt x="218" y="117"/>
                    </a:lnTo>
                    <a:lnTo>
                      <a:pt x="12" y="32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91" name="Google Shape;384;p40"/>
              <p:cNvSpPr/>
              <p:nvPr/>
            </p:nvSpPr>
            <p:spPr>
              <a:xfrm>
                <a:off x="11364840" y="474840"/>
                <a:ext cx="156600" cy="151560"/>
              </a:xfrm>
              <a:custGeom>
                <a:avLst/>
                <a:gdLst>
                  <a:gd name="textAreaLeft" fmla="*/ 0 w 156600"/>
                  <a:gd name="textAreaRight" fmla="*/ 156960 w 156600"/>
                  <a:gd name="textAreaTop" fmla="*/ 0 h 151560"/>
                  <a:gd name="textAreaBottom" fmla="*/ 151920 h 151560"/>
                </a:gdLst>
                <a:ahLst/>
                <a:rect l="textAreaLeft" t="textAreaTop" r="textAreaRight" b="textAreaBottom"/>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5960" bIns="7596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92" name="Google Shape;385;p40"/>
              <p:cNvSpPr/>
              <p:nvPr/>
            </p:nvSpPr>
            <p:spPr>
              <a:xfrm>
                <a:off x="11631600" y="1539720"/>
                <a:ext cx="188280" cy="189720"/>
              </a:xfrm>
              <a:custGeom>
                <a:avLst/>
                <a:gdLst>
                  <a:gd name="textAreaLeft" fmla="*/ 0 w 188280"/>
                  <a:gd name="textAreaRight" fmla="*/ 188640 w 188280"/>
                  <a:gd name="textAreaTop" fmla="*/ 0 h 189720"/>
                  <a:gd name="textAreaBottom" fmla="*/ 190080 h 18972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93" name="Google Shape;386;p40"/>
              <p:cNvSpPr/>
              <p:nvPr/>
            </p:nvSpPr>
            <p:spPr>
              <a:xfrm>
                <a:off x="11531520" y="5694480"/>
                <a:ext cx="297720" cy="1153440"/>
              </a:xfrm>
              <a:custGeom>
                <a:avLst/>
                <a:gdLst>
                  <a:gd name="textAreaLeft" fmla="*/ 0 w 297720"/>
                  <a:gd name="textAreaRight" fmla="*/ 298080 w 297720"/>
                  <a:gd name="textAreaTop" fmla="*/ 0 h 1153440"/>
                  <a:gd name="textAreaBottom" fmla="*/ 1153800 h 1153440"/>
                </a:gdLst>
                <a:ahLst/>
                <a:rect l="textAreaLeft" t="textAreaTop" r="textAreaRight" b="textAreaBottom"/>
                <a:pathLst>
                  <a:path w="188" h="727">
                    <a:moveTo>
                      <a:pt x="15" y="727"/>
                    </a:moveTo>
                    <a:lnTo>
                      <a:pt x="0" y="727"/>
                    </a:lnTo>
                    <a:lnTo>
                      <a:pt x="0" y="407"/>
                    </a:lnTo>
                    <a:lnTo>
                      <a:pt x="0" y="407"/>
                    </a:lnTo>
                    <a:lnTo>
                      <a:pt x="176" y="0"/>
                    </a:lnTo>
                    <a:lnTo>
                      <a:pt x="188" y="6"/>
                    </a:lnTo>
                    <a:lnTo>
                      <a:pt x="15" y="410"/>
                    </a:lnTo>
                    <a:lnTo>
                      <a:pt x="15" y="727"/>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94" name="Google Shape;387;p40"/>
              <p:cNvSpPr/>
              <p:nvPr/>
            </p:nvSpPr>
            <p:spPr>
              <a:xfrm>
                <a:off x="11773080" y="5551560"/>
                <a:ext cx="156600" cy="154800"/>
              </a:xfrm>
              <a:custGeom>
                <a:avLst/>
                <a:gdLst>
                  <a:gd name="textAreaLeft" fmla="*/ 0 w 156600"/>
                  <a:gd name="textAreaRight" fmla="*/ 156960 w 156600"/>
                  <a:gd name="textAreaTop" fmla="*/ 0 h 154800"/>
                  <a:gd name="textAreaBottom" fmla="*/ 155160 h 154800"/>
                </a:gdLst>
                <a:ahLst/>
                <a:rect l="textAreaLeft" t="textAreaTop" r="textAreaRight" b="textAreaBottom"/>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77400" bIns="7740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95" name="Google Shape;388;p40"/>
              <p:cNvSpPr/>
              <p:nvPr/>
            </p:nvSpPr>
            <p:spPr>
              <a:xfrm>
                <a:off x="11711160" y="4680"/>
                <a:ext cx="304200" cy="1544040"/>
              </a:xfrm>
              <a:custGeom>
                <a:avLst/>
                <a:gdLst>
                  <a:gd name="textAreaLeft" fmla="*/ 0 w 304200"/>
                  <a:gd name="textAreaRight" fmla="*/ 304560 w 304200"/>
                  <a:gd name="textAreaTop" fmla="*/ 0 h 1544040"/>
                  <a:gd name="textAreaBottom" fmla="*/ 1544400 h 1544040"/>
                </a:gdLst>
                <a:ahLst/>
                <a:rect l="textAreaLeft" t="textAreaTop" r="textAreaRight" b="textAreaBottom"/>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96" name="Google Shape;389;p40"/>
              <p:cNvSpPr/>
              <p:nvPr/>
            </p:nvSpPr>
            <p:spPr>
              <a:xfrm>
                <a:off x="11636280" y="4867200"/>
                <a:ext cx="188280" cy="188280"/>
              </a:xfrm>
              <a:custGeom>
                <a:avLst/>
                <a:gdLst>
                  <a:gd name="textAreaLeft" fmla="*/ 0 w 188280"/>
                  <a:gd name="textAreaRight" fmla="*/ 188640 w 18828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97" name="Google Shape;390;p40"/>
              <p:cNvSpPr/>
              <p:nvPr/>
            </p:nvSpPr>
            <p:spPr>
              <a:xfrm>
                <a:off x="11441160" y="5046840"/>
                <a:ext cx="307080" cy="1801080"/>
              </a:xfrm>
              <a:custGeom>
                <a:avLst/>
                <a:gdLst>
                  <a:gd name="textAreaLeft" fmla="*/ 0 w 307080"/>
                  <a:gd name="textAreaRight" fmla="*/ 307440 w 307080"/>
                  <a:gd name="textAreaTop" fmla="*/ 0 h 1801080"/>
                  <a:gd name="textAreaBottom" fmla="*/ 1801440 h 1801080"/>
                </a:gdLst>
                <a:ahLst/>
                <a:rect l="textAreaLeft" t="textAreaTop" r="textAreaRight" b="textAreaBottom"/>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Arial"/>
                </a:endParaRPr>
              </a:p>
            </p:txBody>
          </p:sp>
          <p:sp>
            <p:nvSpPr>
              <p:cNvPr id="1098" name="Google Shape;391;p40"/>
              <p:cNvSpPr/>
              <p:nvPr/>
            </p:nvSpPr>
            <p:spPr>
              <a:xfrm>
                <a:off x="11849040" y="6416640"/>
                <a:ext cx="189720" cy="188280"/>
              </a:xfrm>
              <a:custGeom>
                <a:avLst/>
                <a:gdLst>
                  <a:gd name="textAreaLeft" fmla="*/ 0 w 189720"/>
                  <a:gd name="textAreaRight" fmla="*/ 190080 w 189720"/>
                  <a:gd name="textAreaTop" fmla="*/ 0 h 188280"/>
                  <a:gd name="textAreaBottom" fmla="*/ 188640 h 188280"/>
                </a:gdLst>
                <a:ahLst/>
                <a:rect l="textAreaLeft" t="textAreaTop" r="textAreaRight" b="textAreaBottom"/>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sp>
            <p:nvSpPr>
              <p:cNvPr id="1099" name="Google Shape;392;p40"/>
              <p:cNvSpPr/>
              <p:nvPr/>
            </p:nvSpPr>
            <p:spPr>
              <a:xfrm>
                <a:off x="11939760" y="6595920"/>
                <a:ext cx="23040" cy="251640"/>
              </a:xfrm>
              <a:prstGeom prst="rect">
                <a:avLst/>
              </a:prstGeom>
              <a:gradFill rotWithShape="0">
                <a:gsLst>
                  <a:gs pos="0">
                    <a:srgbClr val="82ffff"/>
                  </a:gs>
                  <a:gs pos="100000">
                    <a:srgbClr val="3d97de"/>
                  </a:gs>
                </a:gsLst>
                <a:lin ang="5400000"/>
              </a:gradFill>
              <a:ln w="0">
                <a:noFill/>
              </a:ln>
            </p:spPr>
            <p:style>
              <a:lnRef idx="0"/>
              <a:fillRef idx="0"/>
              <a:effectRef idx="0"/>
              <a:fontRef idx="minor"/>
            </p:style>
            <p:txBody>
              <a:bodyPr tIns="91440" bIns="91440" anchor="ctr">
                <a:noAutofit/>
              </a:bodyPr>
              <a:p>
                <a:pPr>
                  <a:lnSpc>
                    <a:spcPct val="100000"/>
                  </a:lnSpc>
                  <a:tabLst>
                    <a:tab algn="l" pos="0"/>
                  </a:tabLst>
                </a:pPr>
                <a:endParaRPr b="0" lang="es-ES" sz="1400" strike="noStrike" u="none">
                  <a:solidFill>
                    <a:srgbClr val="000000"/>
                  </a:solidFill>
                  <a:uFillTx/>
                  <a:latin typeface="Arial"/>
                  <a:ea typeface="Arial"/>
                </a:endParaRPr>
              </a:p>
            </p:txBody>
          </p:sp>
        </p:grpSp>
      </p:grpSp>
      <p:sp>
        <p:nvSpPr>
          <p:cNvPr id="1100"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1800" strike="noStrike" u="none">
                <a:solidFill>
                  <a:srgbClr val="000000"/>
                </a:solidFill>
                <a:uFillTx/>
                <a:latin typeface="Arial"/>
              </a:rPr>
              <a:t>Pulse para editar el formato del texto de título</a:t>
            </a:r>
            <a:endParaRPr b="0" lang="es-ES" sz="1800" strike="noStrike" u="none">
              <a:solidFill>
                <a:srgbClr val="000000"/>
              </a:solidFill>
              <a:uFillTx/>
              <a:latin typeface="Arial"/>
            </a:endParaRPr>
          </a:p>
        </p:txBody>
      </p:sp>
      <p:sp>
        <p:nvSpPr>
          <p:cNvPr id="1101" name="PlaceHolder 2"/>
          <p:cNvSpPr>
            <a:spLocks noGrp="1"/>
          </p:cNvSpPr>
          <p:nvPr>
            <p:ph type="body"/>
          </p:nvPr>
        </p:nvSpPr>
        <p:spPr>
          <a:xfrm>
            <a:off x="1141560" y="2249640"/>
            <a:ext cx="4833360" cy="1688760"/>
          </a:xfrm>
          <a:prstGeom prst="rect">
            <a:avLst/>
          </a:prstGeom>
          <a:noFill/>
          <a:ln w="0">
            <a:noFill/>
          </a:ln>
        </p:spPr>
        <p:txBody>
          <a:bodyPr lIns="0" rIns="0" tIns="0" bIns="0" anchor="ctr">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1102" name="PlaceHolder 3"/>
          <p:cNvSpPr>
            <a:spLocks noGrp="1"/>
          </p:cNvSpPr>
          <p:nvPr>
            <p:ph type="body"/>
          </p:nvPr>
        </p:nvSpPr>
        <p:spPr>
          <a:xfrm>
            <a:off x="6217200" y="2249640"/>
            <a:ext cx="4833360" cy="1688760"/>
          </a:xfrm>
          <a:prstGeom prst="rect">
            <a:avLst/>
          </a:prstGeom>
          <a:noFill/>
          <a:ln w="0">
            <a:noFill/>
          </a:ln>
        </p:spPr>
        <p:txBody>
          <a:bodyPr lIns="0" rIns="0" tIns="0" bIns="0" anchor="ctr">
            <a:normAutofit fontScale="70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
        <p:nvSpPr>
          <p:cNvPr id="1103" name="PlaceHolder 4"/>
          <p:cNvSpPr>
            <a:spLocks noGrp="1"/>
          </p:cNvSpPr>
          <p:nvPr>
            <p:ph type="body"/>
          </p:nvPr>
        </p:nvSpPr>
        <p:spPr>
          <a:xfrm>
            <a:off x="1141560" y="4099680"/>
            <a:ext cx="9905400" cy="1688760"/>
          </a:xfrm>
          <a:prstGeom prst="rect">
            <a:avLst/>
          </a:prstGeom>
          <a:noFill/>
          <a:ln w="0">
            <a:noFill/>
          </a:ln>
        </p:spPr>
        <p:txBody>
          <a:bodyPr lIns="0" rIns="0" tIns="0" bIns="0" anchor="ctr">
            <a:normAutofit fontScale="85000" lnSpcReduction="19999"/>
          </a:bodyPr>
          <a:p>
            <a:pPr marL="432000" indent="-324000">
              <a:spcBef>
                <a:spcPts val="1417"/>
              </a:spcBef>
              <a:buClr>
                <a:srgbClr val="ffffff"/>
              </a:buClr>
              <a:buSzPct val="45000"/>
              <a:buFont typeface="Wingdings" charset="2"/>
              <a:buChar char=""/>
            </a:pPr>
            <a:r>
              <a:rPr b="0" lang="es-ES" sz="1800" strike="noStrike" u="none">
                <a:solidFill>
                  <a:srgbClr val="000000"/>
                </a:solidFill>
                <a:uFillTx/>
                <a:latin typeface="Arial"/>
              </a:rPr>
              <a:t>Pulse para editar el formato de texto del esquema</a:t>
            </a:r>
            <a:endParaRPr b="0" lang="es-ES" sz="1800" strike="noStrike" u="none">
              <a:solidFill>
                <a:srgbClr val="000000"/>
              </a:solidFill>
              <a:uFillTx/>
              <a:latin typeface="Arial"/>
            </a:endParaRPr>
          </a:p>
          <a:p>
            <a:pPr lvl="1" marL="864000" indent="-324000">
              <a:spcBef>
                <a:spcPts val="1134"/>
              </a:spcBef>
              <a:buClr>
                <a:srgbClr val="ffffff"/>
              </a:buClr>
              <a:buSzPct val="75000"/>
              <a:buFont typeface="Symbol" charset="2"/>
              <a:buChar char=""/>
            </a:pPr>
            <a:r>
              <a:rPr b="0" lang="es-ES" sz="1800" strike="noStrike" u="none">
                <a:solidFill>
                  <a:srgbClr val="000000"/>
                </a:solidFill>
                <a:uFillTx/>
                <a:latin typeface="Arial"/>
              </a:rPr>
              <a:t>Segundo nivel del esquema</a:t>
            </a:r>
            <a:endParaRPr b="0" lang="es-ES" sz="1800" strike="noStrike" u="none">
              <a:solidFill>
                <a:srgbClr val="000000"/>
              </a:solidFill>
              <a:uFillTx/>
              <a:latin typeface="Arial"/>
            </a:endParaRPr>
          </a:p>
          <a:p>
            <a:pPr lvl="2" marL="1296000" indent="-288000">
              <a:spcBef>
                <a:spcPts val="850"/>
              </a:spcBef>
              <a:buClr>
                <a:srgbClr val="ffffff"/>
              </a:buClr>
              <a:buSzPct val="45000"/>
              <a:buFont typeface="Wingdings" charset="2"/>
              <a:buChar char=""/>
            </a:pPr>
            <a:r>
              <a:rPr b="0" lang="es-ES" sz="1800" strike="noStrike" u="none">
                <a:solidFill>
                  <a:srgbClr val="000000"/>
                </a:solidFill>
                <a:uFillTx/>
                <a:latin typeface="Arial"/>
              </a:rPr>
              <a:t>Tercer nivel del esquema</a:t>
            </a:r>
            <a:endParaRPr b="0" lang="es-ES" sz="1800" strike="noStrike" u="none">
              <a:solidFill>
                <a:srgbClr val="000000"/>
              </a:solidFill>
              <a:uFillTx/>
              <a:latin typeface="Arial"/>
            </a:endParaRPr>
          </a:p>
          <a:p>
            <a:pPr lvl="3" marL="1728000" indent="-216000">
              <a:spcBef>
                <a:spcPts val="567"/>
              </a:spcBef>
              <a:buClr>
                <a:srgbClr val="ffffff"/>
              </a:buClr>
              <a:buSzPct val="75000"/>
              <a:buFont typeface="Symbol" charset="2"/>
              <a:buChar char=""/>
            </a:pPr>
            <a:r>
              <a:rPr b="0" lang="es-ES" sz="1800" strike="noStrike" u="none">
                <a:solidFill>
                  <a:srgbClr val="000000"/>
                </a:solidFill>
                <a:uFillTx/>
                <a:latin typeface="Arial"/>
              </a:rPr>
              <a:t>Cuarto nivel del esquema</a:t>
            </a:r>
            <a:endParaRPr b="0" lang="es-ES" sz="1800" strike="noStrike" u="none">
              <a:solidFill>
                <a:srgbClr val="000000"/>
              </a:solidFill>
              <a:uFillTx/>
              <a:latin typeface="Arial"/>
            </a:endParaRPr>
          </a:p>
          <a:p>
            <a:pPr lvl="4" marL="2160000" indent="-216000">
              <a:spcBef>
                <a:spcPts val="283"/>
              </a:spcBef>
              <a:buClr>
                <a:srgbClr val="ffffff"/>
              </a:buClr>
              <a:buSzPct val="45000"/>
              <a:buFont typeface="Wingdings" charset="2"/>
              <a:buChar char=""/>
            </a:pPr>
            <a:r>
              <a:rPr b="0" lang="es-ES" sz="1800" strike="noStrike" u="none">
                <a:solidFill>
                  <a:srgbClr val="000000"/>
                </a:solidFill>
                <a:uFillTx/>
                <a:latin typeface="Arial"/>
              </a:rPr>
              <a:t>Quinto nivel del esquema</a:t>
            </a:r>
            <a:endParaRPr b="0" lang="es-ES" sz="1800" strike="noStrike" u="none">
              <a:solidFill>
                <a:srgbClr val="000000"/>
              </a:solidFill>
              <a:uFillTx/>
              <a:latin typeface="Arial"/>
            </a:endParaRPr>
          </a:p>
          <a:p>
            <a:pPr lvl="5" marL="2592000" indent="-216000">
              <a:spcBef>
                <a:spcPts val="283"/>
              </a:spcBef>
              <a:buClr>
                <a:srgbClr val="ffffff"/>
              </a:buClr>
              <a:buSzPct val="45000"/>
              <a:buFont typeface="Wingdings" charset="2"/>
              <a:buChar char=""/>
            </a:pPr>
            <a:r>
              <a:rPr b="0" lang="es-ES" sz="1800" strike="noStrike" u="none">
                <a:solidFill>
                  <a:srgbClr val="000000"/>
                </a:solidFill>
                <a:uFillTx/>
                <a:latin typeface="Arial"/>
              </a:rPr>
              <a:t>Sexto nivel del esquema</a:t>
            </a:r>
            <a:endParaRPr b="0" lang="es-ES" sz="1800" strike="noStrike" u="none">
              <a:solidFill>
                <a:srgbClr val="000000"/>
              </a:solidFill>
              <a:uFillTx/>
              <a:latin typeface="Arial"/>
            </a:endParaRPr>
          </a:p>
          <a:p>
            <a:pPr lvl="6" marL="3024000" indent="-216000">
              <a:spcBef>
                <a:spcPts val="283"/>
              </a:spcBef>
              <a:buClr>
                <a:srgbClr val="ffffff"/>
              </a:buClr>
              <a:buSzPct val="45000"/>
              <a:buFont typeface="Wingdings" charset="2"/>
              <a:buChar char=""/>
            </a:pPr>
            <a:r>
              <a:rPr b="0" lang="es-ES" sz="1800" strike="noStrike" u="none">
                <a:solidFill>
                  <a:srgbClr val="000000"/>
                </a:solidFill>
                <a:uFillTx/>
                <a:latin typeface="Arial"/>
              </a:rPr>
              <a:t>Séptimo nivel del esquema</a:t>
            </a:r>
            <a:endParaRPr b="0" lang="es-ES" sz="1800" strike="noStrike" u="none">
              <a:solidFill>
                <a:srgbClr val="000000"/>
              </a:solidFill>
              <a:uFillTx/>
              <a:latin typeface="Arial"/>
            </a:endParaRPr>
          </a:p>
        </p:txBody>
      </p:sp>
    </p:spTree>
  </p:cSld>
  <p:clrMap bg1="dk1" tx1="lt1" bg2="dk2" tx2="lt2" accent1="accent1" accent2="accent2" accent3="accent3" accent4="accent4" accent5="accent5" accent6="accent6" hlink="hlink" folHlink="folHlink"/>
  <p:sldLayoutIdLst>
    <p:sldLayoutId id="2147483695" r:id="rId4"/>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108" name="Group 6"/>
          <p:cNvGrpSpPr/>
          <p:nvPr/>
        </p:nvGrpSpPr>
        <p:grpSpPr>
          <a:xfrm>
            <a:off x="9206640" y="2963160"/>
            <a:ext cx="2981880" cy="3209040"/>
            <a:chOff x="9206640" y="2963160"/>
            <a:chExt cx="2981880" cy="3209040"/>
          </a:xfrm>
        </p:grpSpPr>
        <p:cxnSp>
          <p:nvCxnSpPr>
            <p:cNvPr id="1109"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110"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111"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112"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113"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114" name="PlaceHolder 1"/>
          <p:cNvSpPr>
            <a:spLocks noGrp="1"/>
          </p:cNvSpPr>
          <p:nvPr>
            <p:ph type="title"/>
          </p:nvPr>
        </p:nvSpPr>
        <p:spPr>
          <a:xfrm>
            <a:off x="684360" y="685800"/>
            <a:ext cx="8000640" cy="2971440"/>
          </a:xfrm>
          <a:prstGeom prst="rect">
            <a:avLst/>
          </a:prstGeom>
          <a:noFill/>
          <a:ln w="0">
            <a:noFill/>
          </a:ln>
        </p:spPr>
        <p:txBody>
          <a:bodyPr lIns="91440" rIns="91440" tIns="45720" bIns="45720" anchor="b">
            <a:normAutofit/>
          </a:bodyPr>
          <a:p>
            <a:pPr indent="0" defTabSz="457200">
              <a:lnSpc>
                <a:spcPct val="100000"/>
              </a:lnSpc>
              <a:buNone/>
            </a:pPr>
            <a:r>
              <a:rPr b="0" lang="es-ES" sz="4800" strike="noStrike" u="none" cap="all">
                <a:solidFill>
                  <a:schemeClr val="lt1"/>
                </a:solidFill>
                <a:uFillTx/>
                <a:latin typeface="Century Gothic"/>
              </a:rPr>
              <a:t>Haga clic para modificar el estilo de título del patrón</a:t>
            </a:r>
            <a:endParaRPr b="0" lang="es-ES" sz="4800" strike="noStrike" u="none">
              <a:solidFill>
                <a:srgbClr val="000000"/>
              </a:solidFill>
              <a:uFillTx/>
              <a:latin typeface="Arial"/>
            </a:endParaRPr>
          </a:p>
        </p:txBody>
      </p:sp>
      <p:sp>
        <p:nvSpPr>
          <p:cNvPr id="1115" name="PlaceHolder 2"/>
          <p:cNvSpPr>
            <a:spLocks noGrp="1"/>
          </p:cNvSpPr>
          <p:nvPr>
            <p:ph type="dt" idx="1"/>
          </p:nvPr>
        </p:nvSpPr>
        <p:spPr>
          <a:xfrm>
            <a:off x="9904320" y="6172200"/>
            <a:ext cx="1599840" cy="364680"/>
          </a:xfrm>
          <a:prstGeom prst="rect">
            <a:avLst/>
          </a:prstGeom>
          <a:noFill/>
          <a:ln w="0">
            <a:noFill/>
          </a:ln>
        </p:spPr>
        <p:txBody>
          <a:bodyPr lIns="91440" rIns="91440" tIns="45720" bIns="45720" anchor="t">
            <a:noAutofit/>
          </a:bodyPr>
          <a:lstStyle>
            <a:lvl1pPr indent="0">
              <a:buNone/>
              <a:defRPr b="0" lang="es-ES" sz="1400" strike="noStrike" u="none">
                <a:solidFill>
                  <a:srgbClr val="ffffff"/>
                </a:solidFill>
                <a:uFillTx/>
                <a:latin typeface="Times New Roman"/>
              </a:defRPr>
            </a:lvl1pPr>
          </a:lstStyle>
          <a:p>
            <a:pPr indent="0">
              <a:buNone/>
            </a:pPr>
            <a:r>
              <a:rPr b="0" lang="es-ES" sz="1400" strike="noStrike" u="none">
                <a:solidFill>
                  <a:srgbClr val="ffffff"/>
                </a:solidFill>
                <a:uFillTx/>
                <a:latin typeface="Times New Roman"/>
              </a:rPr>
              <a:t>&lt;fecha/hora&gt;</a:t>
            </a:r>
            <a:endParaRPr b="0" lang="es-ES" sz="1400" strike="noStrike" u="none">
              <a:solidFill>
                <a:srgbClr val="ffffff"/>
              </a:solidFill>
              <a:uFillTx/>
              <a:latin typeface="Times New Roman"/>
            </a:endParaRPr>
          </a:p>
        </p:txBody>
      </p:sp>
      <p:sp>
        <p:nvSpPr>
          <p:cNvPr id="1116" name="PlaceHolder 3"/>
          <p:cNvSpPr>
            <a:spLocks noGrp="1"/>
          </p:cNvSpPr>
          <p:nvPr>
            <p:ph type="ftr" idx="2"/>
          </p:nvPr>
        </p:nvSpPr>
        <p:spPr>
          <a:xfrm>
            <a:off x="684360" y="6172200"/>
            <a:ext cx="7543440" cy="364680"/>
          </a:xfrm>
          <a:prstGeom prst="rect">
            <a:avLst/>
          </a:prstGeom>
          <a:noFill/>
          <a:ln w="0">
            <a:noFill/>
          </a:ln>
        </p:spPr>
        <p:txBody>
          <a:bodyPr lIns="91440" rIns="91440" tIns="45720" bIns="45720" anchor="t">
            <a:noAutofit/>
          </a:bodyPr>
          <a:lstStyle>
            <a:lvl1pPr indent="0" algn="ctr">
              <a:buNone/>
              <a:defRPr b="0" lang="es-ES" sz="1400" strike="noStrike" u="none">
                <a:solidFill>
                  <a:srgbClr val="ffffff"/>
                </a:solidFill>
                <a:uFillTx/>
                <a:latin typeface="Times New Roman"/>
              </a:defRPr>
            </a:lvl1pPr>
          </a:lstStyle>
          <a:p>
            <a:pPr indent="0" algn="ctr">
              <a:buNone/>
            </a:pPr>
            <a:r>
              <a:rPr b="0" lang="es-ES" sz="1400" strike="noStrike" u="none">
                <a:solidFill>
                  <a:srgbClr val="ffffff"/>
                </a:solidFill>
                <a:uFillTx/>
                <a:latin typeface="Times New Roman"/>
              </a:rPr>
              <a:t>&lt;pie de página&gt;</a:t>
            </a:r>
            <a:endParaRPr b="0" lang="es-ES" sz="1400" strike="noStrike" u="none">
              <a:solidFill>
                <a:srgbClr val="ffffff"/>
              </a:solidFill>
              <a:uFillTx/>
              <a:latin typeface="Times New Roman"/>
            </a:endParaRPr>
          </a:p>
        </p:txBody>
      </p:sp>
      <p:sp>
        <p:nvSpPr>
          <p:cNvPr id="1117" name="PlaceHolder 4"/>
          <p:cNvSpPr>
            <a:spLocks noGrp="1"/>
          </p:cNvSpPr>
          <p:nvPr>
            <p:ph type="sldNum" idx="3"/>
          </p:nvPr>
        </p:nvSpPr>
        <p:spPr>
          <a:xfrm>
            <a:off x="10363320" y="5578560"/>
            <a:ext cx="1141920" cy="6696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3200" strike="noStrike" u="none">
                <a:solidFill>
                  <a:schemeClr val="dk2">
                    <a:lumMod val="50000"/>
                  </a:schemeClr>
                </a:solidFill>
                <a:uFillTx/>
                <a:latin typeface="Century Gothic"/>
                <a:ea typeface="Arial"/>
              </a:defRPr>
            </a:lvl1pPr>
          </a:lstStyle>
          <a:p>
            <a:pPr indent="0" algn="r">
              <a:lnSpc>
                <a:spcPct val="100000"/>
              </a:lnSpc>
              <a:buNone/>
              <a:tabLst>
                <a:tab algn="l" pos="0"/>
              </a:tabLst>
            </a:pPr>
            <a:fld id="{03E0D3F7-0C8D-4778-BBA6-736F4F57B6DF}" type="slidenum">
              <a:rPr b="0" lang="es-ES" sz="3200" strike="noStrike" u="none">
                <a:solidFill>
                  <a:schemeClr val="dk2">
                    <a:lumMod val="50000"/>
                  </a:schemeClr>
                </a:solidFill>
                <a:uFillTx/>
                <a:latin typeface="Century Gothic"/>
                <a:ea typeface="Arial"/>
              </a:rPr>
              <a:t>&lt;número&gt;</a:t>
            </a:fld>
            <a:endParaRPr b="0" lang="es-ES" sz="3200" strike="noStrike" u="none">
              <a:solidFill>
                <a:srgbClr val="ffffff"/>
              </a:solidFill>
              <a:uFillTx/>
              <a:latin typeface="Times New Roman"/>
            </a:endParaRPr>
          </a:p>
        </p:txBody>
      </p:sp>
      <p:cxnSp>
        <p:nvCxnSpPr>
          <p:cNvPr id="1118" name="Straight Connector 15"/>
          <p:cNvCxnSpPr/>
          <p:nvPr/>
        </p:nvCxnSpPr>
        <p:spPr>
          <a:xfrm flipH="1">
            <a:off x="8227800" y="8280"/>
            <a:ext cx="3810240" cy="3810240"/>
          </a:xfrm>
          <a:prstGeom prst="straightConnector1">
            <a:avLst/>
          </a:prstGeom>
          <a:ln cap="rnd" w="12700">
            <a:solidFill>
              <a:srgbClr val="ffffff"/>
            </a:solidFill>
            <a:round/>
          </a:ln>
        </p:spPr>
      </p:cxnSp>
      <p:cxnSp>
        <p:nvCxnSpPr>
          <p:cNvPr id="1119" name="Straight Connector 16"/>
          <p:cNvCxnSpPr/>
          <p:nvPr/>
        </p:nvCxnSpPr>
        <p:spPr>
          <a:xfrm flipH="1">
            <a:off x="6108120" y="91440"/>
            <a:ext cx="6080760" cy="6081120"/>
          </a:xfrm>
          <a:prstGeom prst="straightConnector1">
            <a:avLst/>
          </a:prstGeom>
          <a:ln cap="rnd" w="12700">
            <a:solidFill>
              <a:srgbClr val="ffffff"/>
            </a:solidFill>
            <a:round/>
          </a:ln>
        </p:spPr>
      </p:cxnSp>
      <p:cxnSp>
        <p:nvCxnSpPr>
          <p:cNvPr id="1120" name="Straight Connector 18"/>
          <p:cNvCxnSpPr/>
          <p:nvPr/>
        </p:nvCxnSpPr>
        <p:spPr>
          <a:xfrm flipH="1">
            <a:off x="7235640" y="228600"/>
            <a:ext cx="4953240" cy="4953240"/>
          </a:xfrm>
          <a:prstGeom prst="straightConnector1">
            <a:avLst/>
          </a:prstGeom>
          <a:ln cap="rnd" w="12700">
            <a:solidFill>
              <a:srgbClr val="ffffff"/>
            </a:solidFill>
            <a:round/>
          </a:ln>
        </p:spPr>
      </p:cxnSp>
      <p:cxnSp>
        <p:nvCxnSpPr>
          <p:cNvPr id="1121" name="Straight Connector 20"/>
          <p:cNvCxnSpPr/>
          <p:nvPr/>
        </p:nvCxnSpPr>
        <p:spPr>
          <a:xfrm flipH="1">
            <a:off x="7335720" y="32040"/>
            <a:ext cx="4853160" cy="4853520"/>
          </a:xfrm>
          <a:prstGeom prst="straightConnector1">
            <a:avLst/>
          </a:prstGeom>
          <a:ln cap="rnd" w="31750">
            <a:solidFill>
              <a:srgbClr val="ffffff"/>
            </a:solidFill>
            <a:round/>
          </a:ln>
        </p:spPr>
      </p:cxnSp>
      <p:cxnSp>
        <p:nvCxnSpPr>
          <p:cNvPr id="1122" name="Straight Connector 22"/>
          <p:cNvCxnSpPr/>
          <p:nvPr/>
        </p:nvCxnSpPr>
        <p:spPr>
          <a:xfrm flipH="1">
            <a:off x="7845120" y="609480"/>
            <a:ext cx="4343760" cy="4343760"/>
          </a:xfrm>
          <a:prstGeom prst="straightConnector1">
            <a:avLst/>
          </a:prstGeom>
          <a:ln cap="rnd" w="31750">
            <a:solidFill>
              <a:srgbClr val="ffffff"/>
            </a:solidFill>
            <a:round/>
          </a:ln>
        </p:spPr>
      </p:cxnSp>
    </p:spTree>
  </p:cSld>
  <p:clrMap bg1="dk1" tx1="lt1" bg2="dk2" tx2="lt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125" name="Group 6"/>
          <p:cNvGrpSpPr/>
          <p:nvPr/>
        </p:nvGrpSpPr>
        <p:grpSpPr>
          <a:xfrm>
            <a:off x="9206640" y="2963160"/>
            <a:ext cx="2981880" cy="3209040"/>
            <a:chOff x="9206640" y="2963160"/>
            <a:chExt cx="2981880" cy="3209040"/>
          </a:xfrm>
        </p:grpSpPr>
        <p:cxnSp>
          <p:nvCxnSpPr>
            <p:cNvPr id="1126"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127"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128"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129"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130"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131" name="PlaceHolder 1"/>
          <p:cNvSpPr>
            <a:spLocks noGrp="1"/>
          </p:cNvSpPr>
          <p:nvPr>
            <p:ph type="title"/>
          </p:nvPr>
        </p:nvSpPr>
        <p:spPr>
          <a:xfrm>
            <a:off x="684360" y="4487400"/>
            <a:ext cx="8534160" cy="1506600"/>
          </a:xfrm>
          <a:prstGeom prst="rect">
            <a:avLst/>
          </a:prstGeom>
          <a:noFill/>
          <a:ln w="0">
            <a:noFill/>
          </a:ln>
        </p:spPr>
        <p:txBody>
          <a:bodyPr lIns="91440" rIns="91440" tIns="45720" bIns="45720" anchor="ctr">
            <a:noAutofit/>
          </a:bodyPr>
          <a:p>
            <a:pPr indent="0" defTabSz="457200">
              <a:lnSpc>
                <a:spcPct val="100000"/>
              </a:lnSpc>
              <a:buNone/>
            </a:pPr>
            <a:r>
              <a:rPr b="0" lang="es-ES" sz="3600" strike="noStrike" u="none" cap="all">
                <a:solidFill>
                  <a:schemeClr val="lt1"/>
                </a:solidFill>
                <a:uFillTx/>
                <a:latin typeface="Century Gothic"/>
              </a:rPr>
              <a:t>Haga clic para modificar el estilo de título del patrón</a:t>
            </a:r>
            <a:endParaRPr b="0" lang="es-ES" sz="3600" strike="noStrike" u="none">
              <a:solidFill>
                <a:srgbClr val="000000"/>
              </a:solidFill>
              <a:uFillTx/>
              <a:latin typeface="Arial"/>
            </a:endParaRPr>
          </a:p>
        </p:txBody>
      </p:sp>
      <p:sp>
        <p:nvSpPr>
          <p:cNvPr id="1132" name="PlaceHolder 2"/>
          <p:cNvSpPr>
            <a:spLocks noGrp="1"/>
          </p:cNvSpPr>
          <p:nvPr>
            <p:ph type="body"/>
          </p:nvPr>
        </p:nvSpPr>
        <p:spPr>
          <a:xfrm>
            <a:off x="685800" y="533520"/>
            <a:ext cx="10818360" cy="3123720"/>
          </a:xfrm>
          <a:prstGeom prst="rect">
            <a:avLst/>
          </a:prstGeom>
          <a:noFill/>
          <a:ln w="15840">
            <a:solidFill>
              <a:schemeClr val="dk1">
                <a:alpha val="40000"/>
              </a:schemeClr>
            </a:solidFill>
            <a:round/>
          </a:ln>
        </p:spPr>
        <p:txBody>
          <a:bodyPr lIns="90000" rIns="90000" tIns="45000" bIns="45000" anchor="t">
            <a:normAutofit/>
          </a:bodyPr>
          <a:p>
            <a:pPr indent="0" algn="ctr">
              <a:lnSpc>
                <a:spcPct val="100000"/>
              </a:lnSpc>
              <a:buNone/>
              <a:tabLst>
                <a:tab algn="l" pos="0"/>
              </a:tabLst>
            </a:pPr>
            <a:r>
              <a:rPr b="0" lang="es-ES" sz="1600" strike="noStrike" u="none">
                <a:solidFill>
                  <a:srgbClr val="000000"/>
                </a:solidFill>
                <a:uFillTx/>
                <a:latin typeface="Arial"/>
                <a:ea typeface="Arial"/>
              </a:rPr>
              <a:t>Haga clic en el icono para agregar una imagen</a:t>
            </a:r>
            <a:endParaRPr b="0" lang="es-ES" sz="1600" strike="noStrike" u="none">
              <a:solidFill>
                <a:schemeClr val="dk2">
                  <a:lumMod val="75000"/>
                </a:schemeClr>
              </a:solidFill>
              <a:uFillTx/>
              <a:latin typeface="Century Gothic"/>
            </a:endParaRPr>
          </a:p>
        </p:txBody>
      </p:sp>
      <p:sp>
        <p:nvSpPr>
          <p:cNvPr id="1133" name="PlaceHolder 3"/>
          <p:cNvSpPr>
            <a:spLocks noGrp="1"/>
          </p:cNvSpPr>
          <p:nvPr>
            <p:ph type="body"/>
          </p:nvPr>
        </p:nvSpPr>
        <p:spPr>
          <a:xfrm>
            <a:off x="914400" y="3843720"/>
            <a:ext cx="8303760" cy="456840"/>
          </a:xfrm>
          <a:prstGeom prst="rect">
            <a:avLst/>
          </a:prstGeom>
          <a:noFill/>
          <a:ln w="0">
            <a:noFill/>
          </a:ln>
        </p:spPr>
        <p:txBody>
          <a:bodyPr lIns="91440" rIns="91440" tIns="45720" bIns="45720" anchor="t">
            <a:normAutofit/>
          </a:bodyPr>
          <a:p>
            <a:pPr indent="0" defTabSz="457200">
              <a:lnSpc>
                <a:spcPct val="100000"/>
              </a:lnSpc>
              <a:spcBef>
                <a:spcPts val="320"/>
              </a:spcBef>
              <a:spcAft>
                <a:spcPts val="601"/>
              </a:spcAft>
              <a:buNone/>
              <a:tabLst>
                <a:tab algn="l" pos="0"/>
              </a:tabLst>
            </a:pPr>
            <a:r>
              <a:rPr b="0" lang="es-ES" sz="1600" strike="noStrike" u="none">
                <a:solidFill>
                  <a:schemeClr val="dk2">
                    <a:lumMod val="75000"/>
                  </a:schemeClr>
                </a:solidFill>
                <a:uFillTx/>
                <a:latin typeface="Century Gothic"/>
              </a:rPr>
              <a:t>Editar el estilo de texto del patrón</a:t>
            </a:r>
            <a:endParaRPr b="0" lang="es-ES" sz="1600" strike="noStrike" u="none">
              <a:solidFill>
                <a:schemeClr val="dk2">
                  <a:lumMod val="75000"/>
                </a:schemeClr>
              </a:solidFill>
              <a:uFillTx/>
              <a:latin typeface="Century Gothic"/>
            </a:endParaRPr>
          </a:p>
        </p:txBody>
      </p:sp>
      <p:sp>
        <p:nvSpPr>
          <p:cNvPr id="1134" name="PlaceHolder 4"/>
          <p:cNvSpPr>
            <a:spLocks noGrp="1"/>
          </p:cNvSpPr>
          <p:nvPr>
            <p:ph type="dt" idx="4"/>
          </p:nvPr>
        </p:nvSpPr>
        <p:spPr>
          <a:xfrm>
            <a:off x="9904320" y="6172200"/>
            <a:ext cx="1599840" cy="364680"/>
          </a:xfrm>
          <a:prstGeom prst="rect">
            <a:avLst/>
          </a:prstGeom>
          <a:noFill/>
          <a:ln w="0">
            <a:noFill/>
          </a:ln>
        </p:spPr>
        <p:txBody>
          <a:bodyPr lIns="91440" rIns="91440" tIns="45720" bIns="45720" anchor="t">
            <a:noAutofit/>
          </a:bodyPr>
          <a:lstStyle>
            <a:lvl1pPr indent="0">
              <a:buNone/>
              <a:defRPr b="0" lang="es-ES" sz="1400" strike="noStrike" u="none">
                <a:solidFill>
                  <a:srgbClr val="ffffff"/>
                </a:solidFill>
                <a:uFillTx/>
                <a:latin typeface="Times New Roman"/>
              </a:defRPr>
            </a:lvl1pPr>
          </a:lstStyle>
          <a:p>
            <a:pPr indent="0">
              <a:buNone/>
            </a:pPr>
            <a:r>
              <a:rPr b="0" lang="es-ES" sz="1400" strike="noStrike" u="none">
                <a:solidFill>
                  <a:srgbClr val="ffffff"/>
                </a:solidFill>
                <a:uFillTx/>
                <a:latin typeface="Times New Roman"/>
              </a:rPr>
              <a:t>&lt;fecha/hora&gt;</a:t>
            </a:r>
            <a:endParaRPr b="0" lang="es-ES" sz="1400" strike="noStrike" u="none">
              <a:solidFill>
                <a:srgbClr val="ffffff"/>
              </a:solidFill>
              <a:uFillTx/>
              <a:latin typeface="Times New Roman"/>
            </a:endParaRPr>
          </a:p>
        </p:txBody>
      </p:sp>
      <p:sp>
        <p:nvSpPr>
          <p:cNvPr id="1135" name="PlaceHolder 5"/>
          <p:cNvSpPr>
            <a:spLocks noGrp="1"/>
          </p:cNvSpPr>
          <p:nvPr>
            <p:ph type="ftr" idx="5"/>
          </p:nvPr>
        </p:nvSpPr>
        <p:spPr>
          <a:xfrm>
            <a:off x="684360" y="6172200"/>
            <a:ext cx="7543440" cy="364680"/>
          </a:xfrm>
          <a:prstGeom prst="rect">
            <a:avLst/>
          </a:prstGeom>
          <a:noFill/>
          <a:ln w="0">
            <a:noFill/>
          </a:ln>
        </p:spPr>
        <p:txBody>
          <a:bodyPr lIns="91440" rIns="91440" tIns="45720" bIns="45720" anchor="t">
            <a:noAutofit/>
          </a:bodyPr>
          <a:lstStyle>
            <a:lvl1pPr indent="0" algn="ctr">
              <a:buNone/>
              <a:defRPr b="0" lang="es-ES" sz="1400" strike="noStrike" u="none">
                <a:solidFill>
                  <a:srgbClr val="ffffff"/>
                </a:solidFill>
                <a:uFillTx/>
                <a:latin typeface="Times New Roman"/>
              </a:defRPr>
            </a:lvl1pPr>
          </a:lstStyle>
          <a:p>
            <a:pPr indent="0" algn="ctr">
              <a:buNone/>
            </a:pPr>
            <a:r>
              <a:rPr b="0" lang="es-ES" sz="1400" strike="noStrike" u="none">
                <a:solidFill>
                  <a:srgbClr val="ffffff"/>
                </a:solidFill>
                <a:uFillTx/>
                <a:latin typeface="Times New Roman"/>
              </a:rPr>
              <a:t>&lt;pie de página&gt;</a:t>
            </a:r>
            <a:endParaRPr b="0" lang="es-ES" sz="1400" strike="noStrike" u="none">
              <a:solidFill>
                <a:srgbClr val="ffffff"/>
              </a:solidFill>
              <a:uFillTx/>
              <a:latin typeface="Times New Roman"/>
            </a:endParaRPr>
          </a:p>
        </p:txBody>
      </p:sp>
      <p:sp>
        <p:nvSpPr>
          <p:cNvPr id="1136" name="PlaceHolder 6"/>
          <p:cNvSpPr>
            <a:spLocks noGrp="1"/>
          </p:cNvSpPr>
          <p:nvPr>
            <p:ph type="sldNum" idx="6"/>
          </p:nvPr>
        </p:nvSpPr>
        <p:spPr>
          <a:xfrm>
            <a:off x="10363320" y="5578560"/>
            <a:ext cx="1141920" cy="6696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3200" strike="noStrike" u="none">
                <a:solidFill>
                  <a:schemeClr val="dk2">
                    <a:lumMod val="50000"/>
                  </a:schemeClr>
                </a:solidFill>
                <a:uFillTx/>
                <a:latin typeface="Century Gothic"/>
                <a:ea typeface="Arial"/>
              </a:defRPr>
            </a:lvl1pPr>
          </a:lstStyle>
          <a:p>
            <a:pPr indent="0" algn="r">
              <a:lnSpc>
                <a:spcPct val="100000"/>
              </a:lnSpc>
              <a:buNone/>
              <a:tabLst>
                <a:tab algn="l" pos="0"/>
              </a:tabLst>
            </a:pPr>
            <a:fld id="{A862D581-3185-499C-B0AA-A3F9ED896959}" type="slidenum">
              <a:rPr b="0" lang="es-ES" sz="3200" strike="noStrike" u="none">
                <a:solidFill>
                  <a:schemeClr val="dk2">
                    <a:lumMod val="50000"/>
                  </a:schemeClr>
                </a:solidFill>
                <a:uFillTx/>
                <a:latin typeface="Century Gothic"/>
                <a:ea typeface="Arial"/>
              </a:rPr>
              <a:t>&lt;número&gt;</a:t>
            </a:fld>
            <a:endParaRPr b="0" lang="es-ES" sz="3200" strike="noStrike" u="none">
              <a:solidFill>
                <a:srgbClr val="ffffff"/>
              </a:solidFill>
              <a:uFillTx/>
              <a:latin typeface="Times New Roman"/>
            </a:endParaRPr>
          </a:p>
        </p:txBody>
      </p:sp>
    </p:spTree>
  </p:cSld>
  <p:clrMap bg1="dk1" tx1="lt1" bg2="dk2" tx2="lt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137" name="Group 6"/>
          <p:cNvGrpSpPr/>
          <p:nvPr/>
        </p:nvGrpSpPr>
        <p:grpSpPr>
          <a:xfrm>
            <a:off x="9206640" y="2963160"/>
            <a:ext cx="2981880" cy="3209040"/>
            <a:chOff x="9206640" y="2963160"/>
            <a:chExt cx="2981880" cy="3209040"/>
          </a:xfrm>
        </p:grpSpPr>
        <p:cxnSp>
          <p:nvCxnSpPr>
            <p:cNvPr id="1138"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139"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140"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141"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142"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143" name="PlaceHolder 1"/>
          <p:cNvSpPr>
            <a:spLocks noGrp="1"/>
          </p:cNvSpPr>
          <p:nvPr>
            <p:ph type="title"/>
          </p:nvPr>
        </p:nvSpPr>
        <p:spPr>
          <a:xfrm>
            <a:off x="684360" y="685800"/>
            <a:ext cx="10058040" cy="2742840"/>
          </a:xfrm>
          <a:prstGeom prst="rect">
            <a:avLst/>
          </a:prstGeom>
          <a:noFill/>
          <a:ln w="0">
            <a:noFill/>
          </a:ln>
        </p:spPr>
        <p:txBody>
          <a:bodyPr lIns="91440" rIns="91440" tIns="45720" bIns="45720" anchor="ctr">
            <a:normAutofit/>
          </a:bodyPr>
          <a:p>
            <a:pPr indent="0" defTabSz="457200">
              <a:lnSpc>
                <a:spcPct val="100000"/>
              </a:lnSpc>
              <a:buNone/>
            </a:pPr>
            <a:r>
              <a:rPr b="0" lang="es-ES" sz="3200" strike="noStrike" u="none" cap="all">
                <a:solidFill>
                  <a:schemeClr val="lt1"/>
                </a:solidFill>
                <a:uFillTx/>
                <a:latin typeface="Century Gothic"/>
              </a:rPr>
              <a:t>Haga clic para modificar el estilo de título del patrón</a:t>
            </a:r>
            <a:endParaRPr b="0" lang="es-ES" sz="3200" strike="noStrike" u="none">
              <a:solidFill>
                <a:srgbClr val="000000"/>
              </a:solidFill>
              <a:uFillTx/>
              <a:latin typeface="Arial"/>
            </a:endParaRPr>
          </a:p>
        </p:txBody>
      </p:sp>
      <p:sp>
        <p:nvSpPr>
          <p:cNvPr id="1144" name="PlaceHolder 2"/>
          <p:cNvSpPr>
            <a:spLocks noGrp="1"/>
          </p:cNvSpPr>
          <p:nvPr>
            <p:ph type="body"/>
          </p:nvPr>
        </p:nvSpPr>
        <p:spPr>
          <a:xfrm>
            <a:off x="684360" y="4114800"/>
            <a:ext cx="8535600" cy="1879200"/>
          </a:xfrm>
          <a:prstGeom prst="rect">
            <a:avLst/>
          </a:prstGeom>
          <a:noFill/>
          <a:ln w="0">
            <a:noFill/>
          </a:ln>
        </p:spPr>
        <p:txBody>
          <a:bodyPr lIns="91440" rIns="91440" tIns="45720" bIns="45720" anchor="ctr">
            <a:normAutofit/>
          </a:bodyPr>
          <a:p>
            <a:pPr indent="0" defTabSz="457200">
              <a:lnSpc>
                <a:spcPct val="100000"/>
              </a:lnSpc>
              <a:spcBef>
                <a:spcPts val="400"/>
              </a:spcBef>
              <a:spcAft>
                <a:spcPts val="601"/>
              </a:spcAft>
              <a:buNone/>
              <a:tabLst>
                <a:tab algn="l" pos="0"/>
              </a:tabLst>
            </a:pPr>
            <a:r>
              <a:rPr b="0" lang="es-ES" sz="2000" strike="noStrike" u="none">
                <a:solidFill>
                  <a:schemeClr val="dk2">
                    <a:lumMod val="75000"/>
                  </a:schemeClr>
                </a:solidFill>
                <a:uFillTx/>
                <a:latin typeface="Century Gothic"/>
              </a:rPr>
              <a:t>Editar el estilo de texto del patrón</a:t>
            </a:r>
            <a:endParaRPr b="0" lang="es-ES" sz="2000" strike="noStrike" u="none">
              <a:solidFill>
                <a:schemeClr val="dk2">
                  <a:lumMod val="75000"/>
                </a:schemeClr>
              </a:solidFill>
              <a:uFillTx/>
              <a:latin typeface="Century Gothic"/>
            </a:endParaRPr>
          </a:p>
        </p:txBody>
      </p:sp>
      <p:sp>
        <p:nvSpPr>
          <p:cNvPr id="1145" name="PlaceHolder 3"/>
          <p:cNvSpPr>
            <a:spLocks noGrp="1"/>
          </p:cNvSpPr>
          <p:nvPr>
            <p:ph type="dt" idx="7"/>
          </p:nvPr>
        </p:nvSpPr>
        <p:spPr>
          <a:xfrm>
            <a:off x="9904320" y="6172200"/>
            <a:ext cx="1599840" cy="364680"/>
          </a:xfrm>
          <a:prstGeom prst="rect">
            <a:avLst/>
          </a:prstGeom>
          <a:noFill/>
          <a:ln w="0">
            <a:noFill/>
          </a:ln>
        </p:spPr>
        <p:txBody>
          <a:bodyPr lIns="91440" rIns="91440" tIns="45720" bIns="45720" anchor="t">
            <a:noAutofit/>
          </a:bodyPr>
          <a:lstStyle>
            <a:lvl1pPr indent="0">
              <a:buNone/>
              <a:defRPr b="0" lang="es-ES" sz="1400" strike="noStrike" u="none">
                <a:solidFill>
                  <a:srgbClr val="ffffff"/>
                </a:solidFill>
                <a:uFillTx/>
                <a:latin typeface="Times New Roman"/>
              </a:defRPr>
            </a:lvl1pPr>
          </a:lstStyle>
          <a:p>
            <a:pPr indent="0">
              <a:buNone/>
            </a:pPr>
            <a:r>
              <a:rPr b="0" lang="es-ES" sz="1400" strike="noStrike" u="none">
                <a:solidFill>
                  <a:srgbClr val="ffffff"/>
                </a:solidFill>
                <a:uFillTx/>
                <a:latin typeface="Times New Roman"/>
              </a:rPr>
              <a:t>&lt;fecha/hora&gt;</a:t>
            </a:r>
            <a:endParaRPr b="0" lang="es-ES" sz="1400" strike="noStrike" u="none">
              <a:solidFill>
                <a:srgbClr val="ffffff"/>
              </a:solidFill>
              <a:uFillTx/>
              <a:latin typeface="Times New Roman"/>
            </a:endParaRPr>
          </a:p>
        </p:txBody>
      </p:sp>
      <p:sp>
        <p:nvSpPr>
          <p:cNvPr id="1146" name="PlaceHolder 4"/>
          <p:cNvSpPr>
            <a:spLocks noGrp="1"/>
          </p:cNvSpPr>
          <p:nvPr>
            <p:ph type="ftr" idx="8"/>
          </p:nvPr>
        </p:nvSpPr>
        <p:spPr>
          <a:xfrm>
            <a:off x="684360" y="6172200"/>
            <a:ext cx="7543440" cy="364680"/>
          </a:xfrm>
          <a:prstGeom prst="rect">
            <a:avLst/>
          </a:prstGeom>
          <a:noFill/>
          <a:ln w="0">
            <a:noFill/>
          </a:ln>
        </p:spPr>
        <p:txBody>
          <a:bodyPr lIns="91440" rIns="91440" tIns="45720" bIns="45720" anchor="t">
            <a:noAutofit/>
          </a:bodyPr>
          <a:lstStyle>
            <a:lvl1pPr indent="0" algn="ctr">
              <a:buNone/>
              <a:defRPr b="0" lang="es-ES" sz="1400" strike="noStrike" u="none">
                <a:solidFill>
                  <a:srgbClr val="ffffff"/>
                </a:solidFill>
                <a:uFillTx/>
                <a:latin typeface="Times New Roman"/>
              </a:defRPr>
            </a:lvl1pPr>
          </a:lstStyle>
          <a:p>
            <a:pPr indent="0" algn="ctr">
              <a:buNone/>
            </a:pPr>
            <a:r>
              <a:rPr b="0" lang="es-ES" sz="1400" strike="noStrike" u="none">
                <a:solidFill>
                  <a:srgbClr val="ffffff"/>
                </a:solidFill>
                <a:uFillTx/>
                <a:latin typeface="Times New Roman"/>
              </a:rPr>
              <a:t>&lt;pie de página&gt;</a:t>
            </a:r>
            <a:endParaRPr b="0" lang="es-ES" sz="1400" strike="noStrike" u="none">
              <a:solidFill>
                <a:srgbClr val="ffffff"/>
              </a:solidFill>
              <a:uFillTx/>
              <a:latin typeface="Times New Roman"/>
            </a:endParaRPr>
          </a:p>
        </p:txBody>
      </p:sp>
      <p:sp>
        <p:nvSpPr>
          <p:cNvPr id="1147" name="PlaceHolder 5"/>
          <p:cNvSpPr>
            <a:spLocks noGrp="1"/>
          </p:cNvSpPr>
          <p:nvPr>
            <p:ph type="sldNum" idx="9"/>
          </p:nvPr>
        </p:nvSpPr>
        <p:spPr>
          <a:xfrm>
            <a:off x="10363320" y="5578560"/>
            <a:ext cx="1141920" cy="6696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3200" strike="noStrike" u="none">
                <a:solidFill>
                  <a:schemeClr val="dk2">
                    <a:lumMod val="50000"/>
                  </a:schemeClr>
                </a:solidFill>
                <a:uFillTx/>
                <a:latin typeface="Century Gothic"/>
                <a:ea typeface="Arial"/>
              </a:defRPr>
            </a:lvl1pPr>
          </a:lstStyle>
          <a:p>
            <a:pPr indent="0" algn="r">
              <a:lnSpc>
                <a:spcPct val="100000"/>
              </a:lnSpc>
              <a:buNone/>
              <a:tabLst>
                <a:tab algn="l" pos="0"/>
              </a:tabLst>
            </a:pPr>
            <a:fld id="{176ACF9A-DA4F-4BA3-8BFA-638A435C6F48}" type="slidenum">
              <a:rPr b="0" lang="es-ES" sz="3200" strike="noStrike" u="none">
                <a:solidFill>
                  <a:schemeClr val="dk2">
                    <a:lumMod val="50000"/>
                  </a:schemeClr>
                </a:solidFill>
                <a:uFillTx/>
                <a:latin typeface="Century Gothic"/>
                <a:ea typeface="Arial"/>
              </a:rPr>
              <a:t>&lt;número&gt;</a:t>
            </a:fld>
            <a:endParaRPr b="0" lang="es-ES" sz="3200" strike="noStrike" u="none">
              <a:solidFill>
                <a:srgbClr val="ffffff"/>
              </a:solidFill>
              <a:uFillTx/>
              <a:latin typeface="Times New Roman"/>
            </a:endParaRPr>
          </a:p>
        </p:txBody>
      </p:sp>
    </p:spTree>
  </p:cSld>
  <p:clrMap bg1="dk1" tx1="lt1" bg2="dk2" tx2="lt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148" name="Group 6"/>
          <p:cNvGrpSpPr/>
          <p:nvPr/>
        </p:nvGrpSpPr>
        <p:grpSpPr>
          <a:xfrm>
            <a:off x="9206640" y="2963160"/>
            <a:ext cx="2981880" cy="3209040"/>
            <a:chOff x="9206640" y="2963160"/>
            <a:chExt cx="2981880" cy="3209040"/>
          </a:xfrm>
        </p:grpSpPr>
        <p:cxnSp>
          <p:nvCxnSpPr>
            <p:cNvPr id="1149"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150"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151"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152"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153"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154" name="PlaceHolder 1"/>
          <p:cNvSpPr>
            <a:spLocks noGrp="1"/>
          </p:cNvSpPr>
          <p:nvPr>
            <p:ph type="title"/>
          </p:nvPr>
        </p:nvSpPr>
        <p:spPr>
          <a:xfrm>
            <a:off x="1141560" y="685800"/>
            <a:ext cx="9143640" cy="2742840"/>
          </a:xfrm>
          <a:prstGeom prst="rect">
            <a:avLst/>
          </a:prstGeom>
          <a:noFill/>
          <a:ln w="0">
            <a:noFill/>
          </a:ln>
        </p:spPr>
        <p:txBody>
          <a:bodyPr lIns="91440" rIns="91440" tIns="45720" bIns="45720" anchor="ctr">
            <a:normAutofit/>
          </a:bodyPr>
          <a:p>
            <a:pPr indent="0" defTabSz="457200">
              <a:lnSpc>
                <a:spcPct val="100000"/>
              </a:lnSpc>
              <a:buNone/>
            </a:pPr>
            <a:r>
              <a:rPr b="0" lang="es-ES" sz="3200" strike="noStrike" u="none" cap="all">
                <a:solidFill>
                  <a:schemeClr val="lt1"/>
                </a:solidFill>
                <a:uFillTx/>
                <a:latin typeface="Century Gothic"/>
              </a:rPr>
              <a:t>Haga clic para modificar el estilo de título del patrón</a:t>
            </a:r>
            <a:endParaRPr b="0" lang="es-ES" sz="3200" strike="noStrike" u="none">
              <a:solidFill>
                <a:srgbClr val="000000"/>
              </a:solidFill>
              <a:uFillTx/>
              <a:latin typeface="Arial"/>
            </a:endParaRPr>
          </a:p>
        </p:txBody>
      </p:sp>
      <p:sp>
        <p:nvSpPr>
          <p:cNvPr id="1155" name="PlaceHolder 2"/>
          <p:cNvSpPr>
            <a:spLocks noGrp="1"/>
          </p:cNvSpPr>
          <p:nvPr>
            <p:ph type="body"/>
          </p:nvPr>
        </p:nvSpPr>
        <p:spPr>
          <a:xfrm>
            <a:off x="1446120" y="3429000"/>
            <a:ext cx="8534160" cy="380520"/>
          </a:xfrm>
          <a:prstGeom prst="rect">
            <a:avLst/>
          </a:prstGeom>
          <a:noFill/>
          <a:ln w="0">
            <a:noFill/>
          </a:ln>
        </p:spPr>
        <p:txBody>
          <a:bodyPr lIns="91440" rIns="91440" tIns="45720" bIns="45720" anchor="ctr">
            <a:noAutofit/>
          </a:bodyPr>
          <a:p>
            <a:pPr indent="0" defTabSz="457200">
              <a:lnSpc>
                <a:spcPct val="100000"/>
              </a:lnSpc>
              <a:spcBef>
                <a:spcPts val="400"/>
              </a:spcBef>
              <a:spcAft>
                <a:spcPts val="601"/>
              </a:spcAft>
              <a:buNone/>
              <a:tabLst>
                <a:tab algn="l" pos="0"/>
              </a:tabLst>
            </a:pPr>
            <a:r>
              <a:rPr b="0" lang="es-ES" sz="2000" strike="noStrike" u="none">
                <a:solidFill>
                  <a:schemeClr val="dk2">
                    <a:lumMod val="75000"/>
                  </a:schemeClr>
                </a:solidFill>
                <a:uFillTx/>
                <a:latin typeface="Century Gothic"/>
              </a:rPr>
              <a:t>Editar el estilo de texto del patrón</a:t>
            </a:r>
            <a:endParaRPr b="0" lang="es-ES" sz="2000" strike="noStrike" u="none">
              <a:solidFill>
                <a:schemeClr val="dk2">
                  <a:lumMod val="75000"/>
                </a:schemeClr>
              </a:solidFill>
              <a:uFillTx/>
              <a:latin typeface="Century Gothic"/>
            </a:endParaRPr>
          </a:p>
        </p:txBody>
      </p:sp>
      <p:sp>
        <p:nvSpPr>
          <p:cNvPr id="1156" name="PlaceHolder 3"/>
          <p:cNvSpPr>
            <a:spLocks noGrp="1"/>
          </p:cNvSpPr>
          <p:nvPr>
            <p:ph type="body"/>
          </p:nvPr>
        </p:nvSpPr>
        <p:spPr>
          <a:xfrm>
            <a:off x="684360" y="4300920"/>
            <a:ext cx="8534160" cy="1684440"/>
          </a:xfrm>
          <a:prstGeom prst="rect">
            <a:avLst/>
          </a:prstGeom>
          <a:noFill/>
          <a:ln w="0">
            <a:noFill/>
          </a:ln>
        </p:spPr>
        <p:txBody>
          <a:bodyPr lIns="91440" rIns="91440" tIns="45720" bIns="45720" anchor="ctr">
            <a:normAutofit/>
          </a:bodyPr>
          <a:p>
            <a:pPr indent="0" defTabSz="457200">
              <a:lnSpc>
                <a:spcPct val="100000"/>
              </a:lnSpc>
              <a:spcBef>
                <a:spcPts val="400"/>
              </a:spcBef>
              <a:spcAft>
                <a:spcPts val="601"/>
              </a:spcAft>
              <a:buNone/>
              <a:tabLst>
                <a:tab algn="l" pos="0"/>
              </a:tabLst>
            </a:pPr>
            <a:r>
              <a:rPr b="0" lang="es-ES" sz="2000" strike="noStrike" u="none">
                <a:solidFill>
                  <a:schemeClr val="dk2">
                    <a:lumMod val="75000"/>
                  </a:schemeClr>
                </a:solidFill>
                <a:uFillTx/>
                <a:latin typeface="Century Gothic"/>
              </a:rPr>
              <a:t>Editar el estilo de texto del patrón</a:t>
            </a:r>
            <a:endParaRPr b="0" lang="es-ES" sz="2000" strike="noStrike" u="none">
              <a:solidFill>
                <a:schemeClr val="dk2">
                  <a:lumMod val="75000"/>
                </a:schemeClr>
              </a:solidFill>
              <a:uFillTx/>
              <a:latin typeface="Century Gothic"/>
            </a:endParaRPr>
          </a:p>
        </p:txBody>
      </p:sp>
      <p:sp>
        <p:nvSpPr>
          <p:cNvPr id="1157" name="PlaceHolder 4"/>
          <p:cNvSpPr>
            <a:spLocks noGrp="1"/>
          </p:cNvSpPr>
          <p:nvPr>
            <p:ph type="dt" idx="10"/>
          </p:nvPr>
        </p:nvSpPr>
        <p:spPr>
          <a:xfrm>
            <a:off x="9904320" y="6172200"/>
            <a:ext cx="1599840" cy="364680"/>
          </a:xfrm>
          <a:prstGeom prst="rect">
            <a:avLst/>
          </a:prstGeom>
          <a:noFill/>
          <a:ln w="0">
            <a:noFill/>
          </a:ln>
        </p:spPr>
        <p:txBody>
          <a:bodyPr lIns="91440" rIns="91440" tIns="45720" bIns="45720" anchor="t">
            <a:noAutofit/>
          </a:bodyPr>
          <a:lstStyle>
            <a:lvl1pPr indent="0">
              <a:buNone/>
              <a:defRPr b="0" lang="es-ES" sz="1400" strike="noStrike" u="none">
                <a:solidFill>
                  <a:srgbClr val="ffffff"/>
                </a:solidFill>
                <a:uFillTx/>
                <a:latin typeface="Times New Roman"/>
              </a:defRPr>
            </a:lvl1pPr>
          </a:lstStyle>
          <a:p>
            <a:pPr indent="0">
              <a:buNone/>
            </a:pPr>
            <a:r>
              <a:rPr b="0" lang="es-ES" sz="1400" strike="noStrike" u="none">
                <a:solidFill>
                  <a:srgbClr val="ffffff"/>
                </a:solidFill>
                <a:uFillTx/>
                <a:latin typeface="Times New Roman"/>
              </a:rPr>
              <a:t>&lt;fecha/hora&gt;</a:t>
            </a:r>
            <a:endParaRPr b="0" lang="es-ES" sz="1400" strike="noStrike" u="none">
              <a:solidFill>
                <a:srgbClr val="ffffff"/>
              </a:solidFill>
              <a:uFillTx/>
              <a:latin typeface="Times New Roman"/>
            </a:endParaRPr>
          </a:p>
        </p:txBody>
      </p:sp>
      <p:sp>
        <p:nvSpPr>
          <p:cNvPr id="1158" name="PlaceHolder 5"/>
          <p:cNvSpPr>
            <a:spLocks noGrp="1"/>
          </p:cNvSpPr>
          <p:nvPr>
            <p:ph type="ftr" idx="11"/>
          </p:nvPr>
        </p:nvSpPr>
        <p:spPr>
          <a:xfrm>
            <a:off x="684360" y="6172200"/>
            <a:ext cx="7543440" cy="364680"/>
          </a:xfrm>
          <a:prstGeom prst="rect">
            <a:avLst/>
          </a:prstGeom>
          <a:noFill/>
          <a:ln w="0">
            <a:noFill/>
          </a:ln>
        </p:spPr>
        <p:txBody>
          <a:bodyPr lIns="91440" rIns="91440" tIns="45720" bIns="45720" anchor="t">
            <a:noAutofit/>
          </a:bodyPr>
          <a:lstStyle>
            <a:lvl1pPr indent="0" algn="ctr">
              <a:buNone/>
              <a:defRPr b="0" lang="es-ES" sz="1400" strike="noStrike" u="none">
                <a:solidFill>
                  <a:srgbClr val="ffffff"/>
                </a:solidFill>
                <a:uFillTx/>
                <a:latin typeface="Times New Roman"/>
              </a:defRPr>
            </a:lvl1pPr>
          </a:lstStyle>
          <a:p>
            <a:pPr indent="0" algn="ctr">
              <a:buNone/>
            </a:pPr>
            <a:r>
              <a:rPr b="0" lang="es-ES" sz="1400" strike="noStrike" u="none">
                <a:solidFill>
                  <a:srgbClr val="ffffff"/>
                </a:solidFill>
                <a:uFillTx/>
                <a:latin typeface="Times New Roman"/>
              </a:rPr>
              <a:t>&lt;pie de página&gt;</a:t>
            </a:r>
            <a:endParaRPr b="0" lang="es-ES" sz="1400" strike="noStrike" u="none">
              <a:solidFill>
                <a:srgbClr val="ffffff"/>
              </a:solidFill>
              <a:uFillTx/>
              <a:latin typeface="Times New Roman"/>
            </a:endParaRPr>
          </a:p>
        </p:txBody>
      </p:sp>
      <p:sp>
        <p:nvSpPr>
          <p:cNvPr id="1159" name="PlaceHolder 6"/>
          <p:cNvSpPr>
            <a:spLocks noGrp="1"/>
          </p:cNvSpPr>
          <p:nvPr>
            <p:ph type="sldNum" idx="12"/>
          </p:nvPr>
        </p:nvSpPr>
        <p:spPr>
          <a:xfrm>
            <a:off x="10363320" y="5578560"/>
            <a:ext cx="1141920" cy="6696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3200" strike="noStrike" u="none">
                <a:solidFill>
                  <a:schemeClr val="dk2">
                    <a:lumMod val="50000"/>
                  </a:schemeClr>
                </a:solidFill>
                <a:uFillTx/>
                <a:latin typeface="Century Gothic"/>
                <a:ea typeface="Arial"/>
              </a:defRPr>
            </a:lvl1pPr>
          </a:lstStyle>
          <a:p>
            <a:pPr indent="0" algn="r">
              <a:lnSpc>
                <a:spcPct val="100000"/>
              </a:lnSpc>
              <a:buNone/>
              <a:tabLst>
                <a:tab algn="l" pos="0"/>
              </a:tabLst>
            </a:pPr>
            <a:fld id="{5BCEE344-FAB7-4E1F-A0FA-3DF0555B680E}" type="slidenum">
              <a:rPr b="0" lang="es-ES" sz="3200" strike="noStrike" u="none">
                <a:solidFill>
                  <a:schemeClr val="dk2">
                    <a:lumMod val="50000"/>
                  </a:schemeClr>
                </a:solidFill>
                <a:uFillTx/>
                <a:latin typeface="Century Gothic"/>
                <a:ea typeface="Arial"/>
              </a:rPr>
              <a:t>&lt;número&gt;</a:t>
            </a:fld>
            <a:endParaRPr b="0" lang="es-ES" sz="3200" strike="noStrike" u="none">
              <a:solidFill>
                <a:srgbClr val="ffffff"/>
              </a:solidFill>
              <a:uFillTx/>
              <a:latin typeface="Times New Roman"/>
            </a:endParaRPr>
          </a:p>
        </p:txBody>
      </p:sp>
      <p:sp>
        <p:nvSpPr>
          <p:cNvPr id="1160" name="TextBox 13"/>
          <p:cNvSpPr/>
          <p:nvPr/>
        </p:nvSpPr>
        <p:spPr>
          <a:xfrm>
            <a:off x="531720" y="812160"/>
            <a:ext cx="609120" cy="584280"/>
          </a:xfrm>
          <a:prstGeom prst="rect">
            <a:avLst/>
          </a:prstGeom>
          <a:noFill/>
          <a:ln w="0">
            <a:noFill/>
          </a:ln>
        </p:spPr>
        <p:style>
          <a:lnRef idx="0"/>
          <a:fillRef idx="0"/>
          <a:effectRef idx="0"/>
          <a:fontRef idx="minor"/>
        </p:style>
        <p:txBody>
          <a:bodyPr anchor="ctr">
            <a:noAutofit/>
          </a:bodyPr>
          <a:p>
            <a:pPr>
              <a:lnSpc>
                <a:spcPct val="100000"/>
              </a:lnSpc>
            </a:pPr>
            <a:r>
              <a:rPr b="0" lang="en-US" sz="8000" strike="noStrike" u="none">
                <a:solidFill>
                  <a:schemeClr val="lt1"/>
                </a:solidFill>
                <a:uFillTx/>
                <a:latin typeface="Arial"/>
                <a:ea typeface="Arial"/>
              </a:rPr>
              <a:t>“</a:t>
            </a:r>
            <a:endParaRPr b="0" lang="es-ES" sz="8000" strike="noStrike" u="none">
              <a:solidFill>
                <a:srgbClr val="ffffff"/>
              </a:solidFill>
              <a:uFillTx/>
              <a:latin typeface="Arial"/>
            </a:endParaRPr>
          </a:p>
        </p:txBody>
      </p:sp>
      <p:sp>
        <p:nvSpPr>
          <p:cNvPr id="1161" name="TextBox 14"/>
          <p:cNvSpPr/>
          <p:nvPr/>
        </p:nvSpPr>
        <p:spPr>
          <a:xfrm>
            <a:off x="10285560" y="2768760"/>
            <a:ext cx="609120" cy="584280"/>
          </a:xfrm>
          <a:prstGeom prst="rect">
            <a:avLst/>
          </a:prstGeom>
          <a:noFill/>
          <a:ln w="0">
            <a:noFill/>
          </a:ln>
        </p:spPr>
        <p:style>
          <a:lnRef idx="0"/>
          <a:fillRef idx="0"/>
          <a:effectRef idx="0"/>
          <a:fontRef idx="minor"/>
        </p:style>
        <p:txBody>
          <a:bodyPr anchor="ctr">
            <a:noAutofit/>
          </a:bodyPr>
          <a:p>
            <a:pPr algn="r">
              <a:lnSpc>
                <a:spcPct val="100000"/>
              </a:lnSpc>
            </a:pPr>
            <a:r>
              <a:rPr b="0" lang="en-US" sz="8000" strike="noStrike" u="none">
                <a:solidFill>
                  <a:schemeClr val="lt1"/>
                </a:solidFill>
                <a:uFillTx/>
                <a:latin typeface="Arial"/>
                <a:ea typeface="Arial"/>
              </a:rPr>
              <a:t>”</a:t>
            </a:r>
            <a:endParaRPr b="0" lang="es-ES" sz="8000" strike="noStrike" u="none">
              <a:solidFill>
                <a:srgbClr val="ffffff"/>
              </a:solidFill>
              <a:uFillTx/>
              <a:latin typeface="Arial"/>
            </a:endParaRPr>
          </a:p>
        </p:txBody>
      </p:sp>
    </p:spTree>
  </p:cSld>
  <p:clrMap bg1="dk1" tx1="lt1" bg2="dk2" tx2="lt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162" name="Group 6"/>
          <p:cNvGrpSpPr/>
          <p:nvPr/>
        </p:nvGrpSpPr>
        <p:grpSpPr>
          <a:xfrm>
            <a:off x="9206640" y="2963160"/>
            <a:ext cx="2981880" cy="3209040"/>
            <a:chOff x="9206640" y="2963160"/>
            <a:chExt cx="2981880" cy="3209040"/>
          </a:xfrm>
        </p:grpSpPr>
        <p:cxnSp>
          <p:nvCxnSpPr>
            <p:cNvPr id="1163"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164"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165"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166"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167"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168" name="PlaceHolder 1"/>
          <p:cNvSpPr>
            <a:spLocks noGrp="1"/>
          </p:cNvSpPr>
          <p:nvPr>
            <p:ph type="title"/>
          </p:nvPr>
        </p:nvSpPr>
        <p:spPr>
          <a:xfrm>
            <a:off x="684360" y="3429000"/>
            <a:ext cx="8534160" cy="1697040"/>
          </a:xfrm>
          <a:prstGeom prst="rect">
            <a:avLst/>
          </a:prstGeom>
          <a:noFill/>
          <a:ln w="0">
            <a:noFill/>
          </a:ln>
        </p:spPr>
        <p:txBody>
          <a:bodyPr lIns="91440" rIns="91440" tIns="45720" bIns="45720" anchor="b">
            <a:normAutofit/>
          </a:bodyPr>
          <a:p>
            <a:pPr indent="0" defTabSz="457200">
              <a:lnSpc>
                <a:spcPct val="100000"/>
              </a:lnSpc>
              <a:buNone/>
            </a:pPr>
            <a:r>
              <a:rPr b="0" lang="es-ES" sz="3200" strike="noStrike" u="none" cap="all">
                <a:solidFill>
                  <a:schemeClr val="lt1"/>
                </a:solidFill>
                <a:uFillTx/>
                <a:latin typeface="Century Gothic"/>
              </a:rPr>
              <a:t>Haga clic para modificar el estilo de título del patrón</a:t>
            </a:r>
            <a:endParaRPr b="0" lang="es-ES" sz="3200" strike="noStrike" u="none">
              <a:solidFill>
                <a:srgbClr val="000000"/>
              </a:solidFill>
              <a:uFillTx/>
              <a:latin typeface="Arial"/>
            </a:endParaRPr>
          </a:p>
        </p:txBody>
      </p:sp>
      <p:sp>
        <p:nvSpPr>
          <p:cNvPr id="1169" name="PlaceHolder 2"/>
          <p:cNvSpPr>
            <a:spLocks noGrp="1"/>
          </p:cNvSpPr>
          <p:nvPr>
            <p:ph type="body"/>
          </p:nvPr>
        </p:nvSpPr>
        <p:spPr>
          <a:xfrm>
            <a:off x="684360" y="5132880"/>
            <a:ext cx="8535600" cy="860040"/>
          </a:xfrm>
          <a:prstGeom prst="rect">
            <a:avLst/>
          </a:prstGeom>
          <a:noFill/>
          <a:ln w="0">
            <a:noFill/>
          </a:ln>
        </p:spPr>
        <p:txBody>
          <a:bodyPr lIns="91440" rIns="91440" tIns="45720" bIns="45720" anchor="t">
            <a:normAutofit/>
          </a:bodyPr>
          <a:p>
            <a:pPr indent="0" defTabSz="457200">
              <a:lnSpc>
                <a:spcPct val="100000"/>
              </a:lnSpc>
              <a:spcBef>
                <a:spcPts val="400"/>
              </a:spcBef>
              <a:spcAft>
                <a:spcPts val="601"/>
              </a:spcAft>
              <a:buNone/>
              <a:tabLst>
                <a:tab algn="l" pos="0"/>
              </a:tabLst>
            </a:pPr>
            <a:r>
              <a:rPr b="0" lang="es-ES" sz="2000" strike="noStrike" u="none">
                <a:solidFill>
                  <a:schemeClr val="dk2">
                    <a:lumMod val="75000"/>
                  </a:schemeClr>
                </a:solidFill>
                <a:uFillTx/>
                <a:latin typeface="Century Gothic"/>
              </a:rPr>
              <a:t>Editar el estilo de texto del patrón</a:t>
            </a:r>
            <a:endParaRPr b="0" lang="es-ES" sz="2000" strike="noStrike" u="none">
              <a:solidFill>
                <a:schemeClr val="dk2">
                  <a:lumMod val="75000"/>
                </a:schemeClr>
              </a:solidFill>
              <a:uFillTx/>
              <a:latin typeface="Century Gothic"/>
            </a:endParaRPr>
          </a:p>
        </p:txBody>
      </p:sp>
      <p:sp>
        <p:nvSpPr>
          <p:cNvPr id="1170" name="PlaceHolder 3"/>
          <p:cNvSpPr>
            <a:spLocks noGrp="1"/>
          </p:cNvSpPr>
          <p:nvPr>
            <p:ph type="dt" idx="13"/>
          </p:nvPr>
        </p:nvSpPr>
        <p:spPr>
          <a:xfrm>
            <a:off x="9904320" y="6172200"/>
            <a:ext cx="1599840" cy="364680"/>
          </a:xfrm>
          <a:prstGeom prst="rect">
            <a:avLst/>
          </a:prstGeom>
          <a:noFill/>
          <a:ln w="0">
            <a:noFill/>
          </a:ln>
        </p:spPr>
        <p:txBody>
          <a:bodyPr lIns="91440" rIns="91440" tIns="45720" bIns="45720" anchor="t">
            <a:noAutofit/>
          </a:bodyPr>
          <a:lstStyle>
            <a:lvl1pPr indent="0">
              <a:buNone/>
              <a:defRPr b="0" lang="es-ES" sz="1400" strike="noStrike" u="none">
                <a:solidFill>
                  <a:srgbClr val="ffffff"/>
                </a:solidFill>
                <a:uFillTx/>
                <a:latin typeface="Times New Roman"/>
              </a:defRPr>
            </a:lvl1pPr>
          </a:lstStyle>
          <a:p>
            <a:pPr indent="0">
              <a:buNone/>
            </a:pPr>
            <a:r>
              <a:rPr b="0" lang="es-ES" sz="1400" strike="noStrike" u="none">
                <a:solidFill>
                  <a:srgbClr val="ffffff"/>
                </a:solidFill>
                <a:uFillTx/>
                <a:latin typeface="Times New Roman"/>
              </a:rPr>
              <a:t>&lt;fecha/hora&gt;</a:t>
            </a:r>
            <a:endParaRPr b="0" lang="es-ES" sz="1400" strike="noStrike" u="none">
              <a:solidFill>
                <a:srgbClr val="ffffff"/>
              </a:solidFill>
              <a:uFillTx/>
              <a:latin typeface="Times New Roman"/>
            </a:endParaRPr>
          </a:p>
        </p:txBody>
      </p:sp>
      <p:sp>
        <p:nvSpPr>
          <p:cNvPr id="1171" name="PlaceHolder 4"/>
          <p:cNvSpPr>
            <a:spLocks noGrp="1"/>
          </p:cNvSpPr>
          <p:nvPr>
            <p:ph type="ftr" idx="14"/>
          </p:nvPr>
        </p:nvSpPr>
        <p:spPr>
          <a:xfrm>
            <a:off x="684360" y="6172200"/>
            <a:ext cx="7543440" cy="364680"/>
          </a:xfrm>
          <a:prstGeom prst="rect">
            <a:avLst/>
          </a:prstGeom>
          <a:noFill/>
          <a:ln w="0">
            <a:noFill/>
          </a:ln>
        </p:spPr>
        <p:txBody>
          <a:bodyPr lIns="91440" rIns="91440" tIns="45720" bIns="45720" anchor="t">
            <a:noAutofit/>
          </a:bodyPr>
          <a:lstStyle>
            <a:lvl1pPr indent="0" algn="ctr">
              <a:buNone/>
              <a:defRPr b="0" lang="es-ES" sz="1400" strike="noStrike" u="none">
                <a:solidFill>
                  <a:srgbClr val="ffffff"/>
                </a:solidFill>
                <a:uFillTx/>
                <a:latin typeface="Times New Roman"/>
              </a:defRPr>
            </a:lvl1pPr>
          </a:lstStyle>
          <a:p>
            <a:pPr indent="0" algn="ctr">
              <a:buNone/>
            </a:pPr>
            <a:r>
              <a:rPr b="0" lang="es-ES" sz="1400" strike="noStrike" u="none">
                <a:solidFill>
                  <a:srgbClr val="ffffff"/>
                </a:solidFill>
                <a:uFillTx/>
                <a:latin typeface="Times New Roman"/>
              </a:rPr>
              <a:t>&lt;pie de página&gt;</a:t>
            </a:r>
            <a:endParaRPr b="0" lang="es-ES" sz="1400" strike="noStrike" u="none">
              <a:solidFill>
                <a:srgbClr val="ffffff"/>
              </a:solidFill>
              <a:uFillTx/>
              <a:latin typeface="Times New Roman"/>
            </a:endParaRPr>
          </a:p>
        </p:txBody>
      </p:sp>
      <p:sp>
        <p:nvSpPr>
          <p:cNvPr id="1172" name="PlaceHolder 5"/>
          <p:cNvSpPr>
            <a:spLocks noGrp="1"/>
          </p:cNvSpPr>
          <p:nvPr>
            <p:ph type="sldNum" idx="15"/>
          </p:nvPr>
        </p:nvSpPr>
        <p:spPr>
          <a:xfrm>
            <a:off x="10363320" y="5578560"/>
            <a:ext cx="1141920" cy="6696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3200" strike="noStrike" u="none">
                <a:solidFill>
                  <a:schemeClr val="dk2">
                    <a:lumMod val="50000"/>
                  </a:schemeClr>
                </a:solidFill>
                <a:uFillTx/>
                <a:latin typeface="Century Gothic"/>
                <a:ea typeface="Arial"/>
              </a:defRPr>
            </a:lvl1pPr>
          </a:lstStyle>
          <a:p>
            <a:pPr indent="0" algn="r">
              <a:lnSpc>
                <a:spcPct val="100000"/>
              </a:lnSpc>
              <a:buNone/>
              <a:tabLst>
                <a:tab algn="l" pos="0"/>
              </a:tabLst>
            </a:pPr>
            <a:fld id="{5592C5CF-5CB7-4D0F-A9E7-1BDECC7BBED2}" type="slidenum">
              <a:rPr b="0" lang="es-ES" sz="3200" strike="noStrike" u="none">
                <a:solidFill>
                  <a:schemeClr val="dk2">
                    <a:lumMod val="50000"/>
                  </a:schemeClr>
                </a:solidFill>
                <a:uFillTx/>
                <a:latin typeface="Century Gothic"/>
                <a:ea typeface="Arial"/>
              </a:rPr>
              <a:t>&lt;número&gt;</a:t>
            </a:fld>
            <a:endParaRPr b="0" lang="es-ES" sz="3200" strike="noStrike" u="none">
              <a:solidFill>
                <a:srgbClr val="ffffff"/>
              </a:solidFill>
              <a:uFillTx/>
              <a:latin typeface="Times New Roman"/>
            </a:endParaRPr>
          </a:p>
        </p:txBody>
      </p:sp>
    </p:spTree>
  </p:cSld>
  <p:clrMap bg1="dk1" tx1="lt1" bg2="dk2" tx2="lt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173" name="Group 6"/>
          <p:cNvGrpSpPr/>
          <p:nvPr/>
        </p:nvGrpSpPr>
        <p:grpSpPr>
          <a:xfrm>
            <a:off x="9206640" y="2963160"/>
            <a:ext cx="2981880" cy="3209040"/>
            <a:chOff x="9206640" y="2963160"/>
            <a:chExt cx="2981880" cy="3209040"/>
          </a:xfrm>
        </p:grpSpPr>
        <p:cxnSp>
          <p:nvCxnSpPr>
            <p:cNvPr id="1174"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175"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176"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177"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178"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179" name="PlaceHolder 1"/>
          <p:cNvSpPr>
            <a:spLocks noGrp="1"/>
          </p:cNvSpPr>
          <p:nvPr>
            <p:ph type="title"/>
          </p:nvPr>
        </p:nvSpPr>
        <p:spPr>
          <a:xfrm>
            <a:off x="1141560" y="685800"/>
            <a:ext cx="9143640" cy="2742840"/>
          </a:xfrm>
          <a:prstGeom prst="rect">
            <a:avLst/>
          </a:prstGeom>
          <a:noFill/>
          <a:ln w="0">
            <a:noFill/>
          </a:ln>
        </p:spPr>
        <p:txBody>
          <a:bodyPr lIns="91440" rIns="91440" tIns="45720" bIns="45720" anchor="ctr">
            <a:normAutofit/>
          </a:bodyPr>
          <a:p>
            <a:pPr indent="0" defTabSz="457200">
              <a:lnSpc>
                <a:spcPct val="100000"/>
              </a:lnSpc>
              <a:buNone/>
            </a:pPr>
            <a:r>
              <a:rPr b="0" lang="es-ES" sz="3200" strike="noStrike" u="none" cap="all">
                <a:solidFill>
                  <a:schemeClr val="lt1"/>
                </a:solidFill>
                <a:uFillTx/>
                <a:latin typeface="Century Gothic"/>
              </a:rPr>
              <a:t>Haga clic para modificar el estilo de título del patrón</a:t>
            </a:r>
            <a:endParaRPr b="0" lang="es-ES" sz="3200" strike="noStrike" u="none">
              <a:solidFill>
                <a:srgbClr val="000000"/>
              </a:solidFill>
              <a:uFillTx/>
              <a:latin typeface="Arial"/>
            </a:endParaRPr>
          </a:p>
        </p:txBody>
      </p:sp>
      <p:sp>
        <p:nvSpPr>
          <p:cNvPr id="1180" name="PlaceHolder 2"/>
          <p:cNvSpPr>
            <a:spLocks noGrp="1"/>
          </p:cNvSpPr>
          <p:nvPr>
            <p:ph type="body"/>
          </p:nvPr>
        </p:nvSpPr>
        <p:spPr>
          <a:xfrm>
            <a:off x="684360" y="3928680"/>
            <a:ext cx="8534160" cy="1049400"/>
          </a:xfrm>
          <a:prstGeom prst="rect">
            <a:avLst/>
          </a:prstGeom>
          <a:noFill/>
          <a:ln w="0">
            <a:noFill/>
          </a:ln>
        </p:spPr>
        <p:txBody>
          <a:bodyPr lIns="91440" rIns="91440" tIns="45720" bIns="45720" anchor="b">
            <a:normAutofit/>
          </a:bodyPr>
          <a:p>
            <a:pPr indent="0" defTabSz="457200">
              <a:lnSpc>
                <a:spcPct val="100000"/>
              </a:lnSpc>
              <a:spcAft>
                <a:spcPts val="601"/>
              </a:spcAft>
              <a:buNone/>
              <a:tabLst>
                <a:tab algn="l" pos="0"/>
              </a:tabLst>
            </a:pPr>
            <a:r>
              <a:rPr b="0" lang="es-ES" sz="2400" strike="noStrike" u="none" cap="all">
                <a:solidFill>
                  <a:schemeClr val="lt1"/>
                </a:solidFill>
                <a:uFillTx/>
                <a:latin typeface="Century Gothic"/>
              </a:rPr>
              <a:t>Editar el estilo de texto del patrón</a:t>
            </a:r>
            <a:endParaRPr b="0" lang="es-ES" sz="2400" strike="noStrike" u="none">
              <a:solidFill>
                <a:schemeClr val="dk2">
                  <a:lumMod val="75000"/>
                </a:schemeClr>
              </a:solidFill>
              <a:uFillTx/>
              <a:latin typeface="Century Gothic"/>
            </a:endParaRPr>
          </a:p>
        </p:txBody>
      </p:sp>
      <p:sp>
        <p:nvSpPr>
          <p:cNvPr id="1181" name="PlaceHolder 3"/>
          <p:cNvSpPr>
            <a:spLocks noGrp="1"/>
          </p:cNvSpPr>
          <p:nvPr>
            <p:ph type="body"/>
          </p:nvPr>
        </p:nvSpPr>
        <p:spPr>
          <a:xfrm>
            <a:off x="684360" y="4978440"/>
            <a:ext cx="8534160" cy="1015560"/>
          </a:xfrm>
          <a:prstGeom prst="rect">
            <a:avLst/>
          </a:prstGeom>
          <a:noFill/>
          <a:ln w="0">
            <a:noFill/>
          </a:ln>
        </p:spPr>
        <p:txBody>
          <a:bodyPr lIns="91440" rIns="91440" tIns="45720" bIns="45720" anchor="t">
            <a:normAutofit/>
          </a:bodyPr>
          <a:p>
            <a:pPr indent="0" defTabSz="457200">
              <a:lnSpc>
                <a:spcPct val="100000"/>
              </a:lnSpc>
              <a:spcBef>
                <a:spcPts val="360"/>
              </a:spcBef>
              <a:spcAft>
                <a:spcPts val="601"/>
              </a:spcAft>
              <a:buNone/>
              <a:tabLst>
                <a:tab algn="l" pos="0"/>
              </a:tabLst>
            </a:pPr>
            <a:r>
              <a:rPr b="0" lang="es-ES" sz="1800" strike="noStrike" u="none">
                <a:solidFill>
                  <a:schemeClr val="dk2">
                    <a:lumMod val="75000"/>
                  </a:schemeClr>
                </a:solidFill>
                <a:uFillTx/>
                <a:latin typeface="Century Gothic"/>
              </a:rPr>
              <a:t>Editar el estilo de texto del patrón</a:t>
            </a:r>
            <a:endParaRPr b="0" lang="es-ES" sz="1800" strike="noStrike" u="none">
              <a:solidFill>
                <a:schemeClr val="dk2">
                  <a:lumMod val="75000"/>
                </a:schemeClr>
              </a:solidFill>
              <a:uFillTx/>
              <a:latin typeface="Century Gothic"/>
            </a:endParaRPr>
          </a:p>
        </p:txBody>
      </p:sp>
      <p:sp>
        <p:nvSpPr>
          <p:cNvPr id="1182" name="PlaceHolder 4"/>
          <p:cNvSpPr>
            <a:spLocks noGrp="1"/>
          </p:cNvSpPr>
          <p:nvPr>
            <p:ph type="dt" idx="16"/>
          </p:nvPr>
        </p:nvSpPr>
        <p:spPr>
          <a:xfrm>
            <a:off x="9904320" y="6172200"/>
            <a:ext cx="1599840" cy="364680"/>
          </a:xfrm>
          <a:prstGeom prst="rect">
            <a:avLst/>
          </a:prstGeom>
          <a:noFill/>
          <a:ln w="0">
            <a:noFill/>
          </a:ln>
        </p:spPr>
        <p:txBody>
          <a:bodyPr lIns="91440" rIns="91440" tIns="45720" bIns="45720" anchor="t">
            <a:noAutofit/>
          </a:bodyPr>
          <a:lstStyle>
            <a:lvl1pPr indent="0">
              <a:buNone/>
              <a:defRPr b="0" lang="es-ES" sz="1400" strike="noStrike" u="none">
                <a:solidFill>
                  <a:srgbClr val="ffffff"/>
                </a:solidFill>
                <a:uFillTx/>
                <a:latin typeface="Times New Roman"/>
              </a:defRPr>
            </a:lvl1pPr>
          </a:lstStyle>
          <a:p>
            <a:pPr indent="0">
              <a:buNone/>
            </a:pPr>
            <a:r>
              <a:rPr b="0" lang="es-ES" sz="1400" strike="noStrike" u="none">
                <a:solidFill>
                  <a:srgbClr val="ffffff"/>
                </a:solidFill>
                <a:uFillTx/>
                <a:latin typeface="Times New Roman"/>
              </a:rPr>
              <a:t>&lt;fecha/hora&gt;</a:t>
            </a:r>
            <a:endParaRPr b="0" lang="es-ES" sz="1400" strike="noStrike" u="none">
              <a:solidFill>
                <a:srgbClr val="ffffff"/>
              </a:solidFill>
              <a:uFillTx/>
              <a:latin typeface="Times New Roman"/>
            </a:endParaRPr>
          </a:p>
        </p:txBody>
      </p:sp>
      <p:sp>
        <p:nvSpPr>
          <p:cNvPr id="1183" name="PlaceHolder 5"/>
          <p:cNvSpPr>
            <a:spLocks noGrp="1"/>
          </p:cNvSpPr>
          <p:nvPr>
            <p:ph type="ftr" idx="17"/>
          </p:nvPr>
        </p:nvSpPr>
        <p:spPr>
          <a:xfrm>
            <a:off x="684360" y="6172200"/>
            <a:ext cx="7543440" cy="364680"/>
          </a:xfrm>
          <a:prstGeom prst="rect">
            <a:avLst/>
          </a:prstGeom>
          <a:noFill/>
          <a:ln w="0">
            <a:noFill/>
          </a:ln>
        </p:spPr>
        <p:txBody>
          <a:bodyPr lIns="91440" rIns="91440" tIns="45720" bIns="45720" anchor="t">
            <a:noAutofit/>
          </a:bodyPr>
          <a:lstStyle>
            <a:lvl1pPr indent="0" algn="ctr">
              <a:buNone/>
              <a:defRPr b="0" lang="es-ES" sz="1400" strike="noStrike" u="none">
                <a:solidFill>
                  <a:srgbClr val="ffffff"/>
                </a:solidFill>
                <a:uFillTx/>
                <a:latin typeface="Times New Roman"/>
              </a:defRPr>
            </a:lvl1pPr>
          </a:lstStyle>
          <a:p>
            <a:pPr indent="0" algn="ctr">
              <a:buNone/>
            </a:pPr>
            <a:r>
              <a:rPr b="0" lang="es-ES" sz="1400" strike="noStrike" u="none">
                <a:solidFill>
                  <a:srgbClr val="ffffff"/>
                </a:solidFill>
                <a:uFillTx/>
                <a:latin typeface="Times New Roman"/>
              </a:rPr>
              <a:t>&lt;pie de página&gt;</a:t>
            </a:r>
            <a:endParaRPr b="0" lang="es-ES" sz="1400" strike="noStrike" u="none">
              <a:solidFill>
                <a:srgbClr val="ffffff"/>
              </a:solidFill>
              <a:uFillTx/>
              <a:latin typeface="Times New Roman"/>
            </a:endParaRPr>
          </a:p>
        </p:txBody>
      </p:sp>
      <p:sp>
        <p:nvSpPr>
          <p:cNvPr id="1184" name="PlaceHolder 6"/>
          <p:cNvSpPr>
            <a:spLocks noGrp="1"/>
          </p:cNvSpPr>
          <p:nvPr>
            <p:ph type="sldNum" idx="18"/>
          </p:nvPr>
        </p:nvSpPr>
        <p:spPr>
          <a:xfrm>
            <a:off x="10363320" y="5578560"/>
            <a:ext cx="1141920" cy="6696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3200" strike="noStrike" u="none">
                <a:solidFill>
                  <a:schemeClr val="dk2">
                    <a:lumMod val="50000"/>
                  </a:schemeClr>
                </a:solidFill>
                <a:uFillTx/>
                <a:latin typeface="Century Gothic"/>
                <a:ea typeface="Arial"/>
              </a:defRPr>
            </a:lvl1pPr>
          </a:lstStyle>
          <a:p>
            <a:pPr indent="0" algn="r">
              <a:lnSpc>
                <a:spcPct val="100000"/>
              </a:lnSpc>
              <a:buNone/>
              <a:tabLst>
                <a:tab algn="l" pos="0"/>
              </a:tabLst>
            </a:pPr>
            <a:fld id="{29D5F8A6-638C-4E2B-96FB-F5991B8E3240}" type="slidenum">
              <a:rPr b="0" lang="es-ES" sz="3200" strike="noStrike" u="none">
                <a:solidFill>
                  <a:schemeClr val="dk2">
                    <a:lumMod val="50000"/>
                  </a:schemeClr>
                </a:solidFill>
                <a:uFillTx/>
                <a:latin typeface="Century Gothic"/>
                <a:ea typeface="Arial"/>
              </a:rPr>
              <a:t>&lt;número&gt;</a:t>
            </a:fld>
            <a:endParaRPr b="0" lang="es-ES" sz="3200" strike="noStrike" u="none">
              <a:solidFill>
                <a:srgbClr val="ffffff"/>
              </a:solidFill>
              <a:uFillTx/>
              <a:latin typeface="Times New Roman"/>
            </a:endParaRPr>
          </a:p>
        </p:txBody>
      </p:sp>
      <p:sp>
        <p:nvSpPr>
          <p:cNvPr id="1185" name="TextBox 10"/>
          <p:cNvSpPr/>
          <p:nvPr/>
        </p:nvSpPr>
        <p:spPr>
          <a:xfrm>
            <a:off x="531720" y="812160"/>
            <a:ext cx="609120" cy="584280"/>
          </a:xfrm>
          <a:prstGeom prst="rect">
            <a:avLst/>
          </a:prstGeom>
          <a:noFill/>
          <a:ln w="0">
            <a:noFill/>
          </a:ln>
        </p:spPr>
        <p:style>
          <a:lnRef idx="0"/>
          <a:fillRef idx="0"/>
          <a:effectRef idx="0"/>
          <a:fontRef idx="minor"/>
        </p:style>
        <p:txBody>
          <a:bodyPr anchor="ctr">
            <a:noAutofit/>
          </a:bodyPr>
          <a:p>
            <a:pPr>
              <a:lnSpc>
                <a:spcPct val="100000"/>
              </a:lnSpc>
            </a:pPr>
            <a:r>
              <a:rPr b="0" lang="en-US" sz="8000" strike="noStrike" u="none">
                <a:solidFill>
                  <a:schemeClr val="lt1"/>
                </a:solidFill>
                <a:uFillTx/>
                <a:latin typeface="Arial"/>
                <a:ea typeface="Arial"/>
              </a:rPr>
              <a:t>“</a:t>
            </a:r>
            <a:endParaRPr b="0" lang="es-ES" sz="8000" strike="noStrike" u="none">
              <a:solidFill>
                <a:srgbClr val="ffffff"/>
              </a:solidFill>
              <a:uFillTx/>
              <a:latin typeface="Arial"/>
            </a:endParaRPr>
          </a:p>
        </p:txBody>
      </p:sp>
      <p:sp>
        <p:nvSpPr>
          <p:cNvPr id="1186" name="TextBox 11"/>
          <p:cNvSpPr/>
          <p:nvPr/>
        </p:nvSpPr>
        <p:spPr>
          <a:xfrm>
            <a:off x="10285560" y="2768760"/>
            <a:ext cx="609120" cy="584280"/>
          </a:xfrm>
          <a:prstGeom prst="rect">
            <a:avLst/>
          </a:prstGeom>
          <a:noFill/>
          <a:ln w="0">
            <a:noFill/>
          </a:ln>
        </p:spPr>
        <p:style>
          <a:lnRef idx="0"/>
          <a:fillRef idx="0"/>
          <a:effectRef idx="0"/>
          <a:fontRef idx="minor"/>
        </p:style>
        <p:txBody>
          <a:bodyPr anchor="ctr">
            <a:noAutofit/>
          </a:bodyPr>
          <a:p>
            <a:pPr algn="r">
              <a:lnSpc>
                <a:spcPct val="100000"/>
              </a:lnSpc>
            </a:pPr>
            <a:r>
              <a:rPr b="0" lang="en-US" sz="8000" strike="noStrike" u="none">
                <a:solidFill>
                  <a:schemeClr val="lt1"/>
                </a:solidFill>
                <a:uFillTx/>
                <a:latin typeface="Arial"/>
                <a:ea typeface="Arial"/>
              </a:rPr>
              <a:t>”</a:t>
            </a:r>
            <a:endParaRPr b="0" lang="es-ES" sz="8000" strike="noStrike" u="none">
              <a:solidFill>
                <a:srgbClr val="ffffff"/>
              </a:solidFill>
              <a:uFillTx/>
              <a:latin typeface="Arial"/>
            </a:endParaRPr>
          </a:p>
        </p:txBody>
      </p:sp>
    </p:spTree>
  </p:cSld>
  <p:clrMap bg1="dk1" tx1="lt1" bg2="dk2" tx2="lt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187" name="Group 6"/>
          <p:cNvGrpSpPr/>
          <p:nvPr/>
        </p:nvGrpSpPr>
        <p:grpSpPr>
          <a:xfrm>
            <a:off x="9206640" y="2963160"/>
            <a:ext cx="2981880" cy="3209040"/>
            <a:chOff x="9206640" y="2963160"/>
            <a:chExt cx="2981880" cy="3209040"/>
          </a:xfrm>
        </p:grpSpPr>
        <p:cxnSp>
          <p:nvCxnSpPr>
            <p:cNvPr id="1188"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189"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190"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191"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192"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193" name="PlaceHolder 1"/>
          <p:cNvSpPr>
            <a:spLocks noGrp="1"/>
          </p:cNvSpPr>
          <p:nvPr>
            <p:ph type="title"/>
          </p:nvPr>
        </p:nvSpPr>
        <p:spPr>
          <a:xfrm>
            <a:off x="684360" y="685800"/>
            <a:ext cx="10058040" cy="2742840"/>
          </a:xfrm>
          <a:prstGeom prst="rect">
            <a:avLst/>
          </a:prstGeom>
          <a:noFill/>
          <a:ln w="0">
            <a:noFill/>
          </a:ln>
        </p:spPr>
        <p:txBody>
          <a:bodyPr lIns="91440" rIns="91440" tIns="45720" bIns="45720" anchor="ctr">
            <a:normAutofit/>
          </a:bodyPr>
          <a:p>
            <a:pPr indent="0" defTabSz="457200">
              <a:lnSpc>
                <a:spcPct val="100000"/>
              </a:lnSpc>
              <a:buNone/>
            </a:pPr>
            <a:r>
              <a:rPr b="0" lang="es-ES" sz="3600" strike="noStrike" u="none" cap="all">
                <a:solidFill>
                  <a:schemeClr val="lt1"/>
                </a:solidFill>
                <a:uFillTx/>
                <a:latin typeface="Century Gothic"/>
              </a:rPr>
              <a:t>Haga clic para modificar el estilo de título del patrón</a:t>
            </a:r>
            <a:endParaRPr b="0" lang="es-ES" sz="3600" strike="noStrike" u="none">
              <a:solidFill>
                <a:srgbClr val="000000"/>
              </a:solidFill>
              <a:uFillTx/>
              <a:latin typeface="Arial"/>
            </a:endParaRPr>
          </a:p>
        </p:txBody>
      </p:sp>
      <p:sp>
        <p:nvSpPr>
          <p:cNvPr id="1194" name="PlaceHolder 2"/>
          <p:cNvSpPr>
            <a:spLocks noGrp="1"/>
          </p:cNvSpPr>
          <p:nvPr>
            <p:ph type="body"/>
          </p:nvPr>
        </p:nvSpPr>
        <p:spPr>
          <a:xfrm>
            <a:off x="684360" y="3928680"/>
            <a:ext cx="8534160" cy="837720"/>
          </a:xfrm>
          <a:prstGeom prst="rect">
            <a:avLst/>
          </a:prstGeom>
          <a:noFill/>
          <a:ln w="0">
            <a:noFill/>
          </a:ln>
        </p:spPr>
        <p:txBody>
          <a:bodyPr lIns="91440" rIns="91440" tIns="45720" bIns="45720" anchor="b">
            <a:normAutofit/>
          </a:bodyPr>
          <a:p>
            <a:pPr indent="0" defTabSz="457200">
              <a:lnSpc>
                <a:spcPct val="100000"/>
              </a:lnSpc>
              <a:spcAft>
                <a:spcPts val="601"/>
              </a:spcAft>
              <a:buNone/>
              <a:tabLst>
                <a:tab algn="l" pos="0"/>
              </a:tabLst>
            </a:pPr>
            <a:r>
              <a:rPr b="0" lang="es-ES" sz="2400" strike="noStrike" u="none" cap="all">
                <a:solidFill>
                  <a:schemeClr val="lt1"/>
                </a:solidFill>
                <a:uFillTx/>
                <a:latin typeface="Century Gothic"/>
              </a:rPr>
              <a:t>Editar el estilo de texto del patrón</a:t>
            </a:r>
            <a:endParaRPr b="0" lang="es-ES" sz="2400" strike="noStrike" u="none">
              <a:solidFill>
                <a:schemeClr val="dk2">
                  <a:lumMod val="75000"/>
                </a:schemeClr>
              </a:solidFill>
              <a:uFillTx/>
              <a:latin typeface="Century Gothic"/>
            </a:endParaRPr>
          </a:p>
        </p:txBody>
      </p:sp>
      <p:sp>
        <p:nvSpPr>
          <p:cNvPr id="1195" name="PlaceHolder 3"/>
          <p:cNvSpPr>
            <a:spLocks noGrp="1"/>
          </p:cNvSpPr>
          <p:nvPr>
            <p:ph type="body"/>
          </p:nvPr>
        </p:nvSpPr>
        <p:spPr>
          <a:xfrm>
            <a:off x="684360" y="4766760"/>
            <a:ext cx="8534160" cy="1227240"/>
          </a:xfrm>
          <a:prstGeom prst="rect">
            <a:avLst/>
          </a:prstGeom>
          <a:noFill/>
          <a:ln w="0">
            <a:noFill/>
          </a:ln>
        </p:spPr>
        <p:txBody>
          <a:bodyPr lIns="91440" rIns="91440" tIns="45720" bIns="45720" anchor="t">
            <a:normAutofit/>
          </a:bodyPr>
          <a:p>
            <a:pPr indent="0" defTabSz="457200">
              <a:lnSpc>
                <a:spcPct val="100000"/>
              </a:lnSpc>
              <a:spcBef>
                <a:spcPts val="360"/>
              </a:spcBef>
              <a:spcAft>
                <a:spcPts val="601"/>
              </a:spcAft>
              <a:buNone/>
              <a:tabLst>
                <a:tab algn="l" pos="0"/>
              </a:tabLst>
            </a:pPr>
            <a:r>
              <a:rPr b="0" lang="es-ES" sz="1800" strike="noStrike" u="none">
                <a:solidFill>
                  <a:schemeClr val="dk2">
                    <a:lumMod val="75000"/>
                  </a:schemeClr>
                </a:solidFill>
                <a:uFillTx/>
                <a:latin typeface="Century Gothic"/>
              </a:rPr>
              <a:t>Editar el estilo de texto del patrón</a:t>
            </a:r>
            <a:endParaRPr b="0" lang="es-ES" sz="1800" strike="noStrike" u="none">
              <a:solidFill>
                <a:schemeClr val="dk2">
                  <a:lumMod val="75000"/>
                </a:schemeClr>
              </a:solidFill>
              <a:uFillTx/>
              <a:latin typeface="Century Gothic"/>
            </a:endParaRPr>
          </a:p>
        </p:txBody>
      </p:sp>
      <p:sp>
        <p:nvSpPr>
          <p:cNvPr id="1196" name="PlaceHolder 4"/>
          <p:cNvSpPr>
            <a:spLocks noGrp="1"/>
          </p:cNvSpPr>
          <p:nvPr>
            <p:ph type="dt" idx="19"/>
          </p:nvPr>
        </p:nvSpPr>
        <p:spPr>
          <a:xfrm>
            <a:off x="9904320" y="6172200"/>
            <a:ext cx="1599840" cy="364680"/>
          </a:xfrm>
          <a:prstGeom prst="rect">
            <a:avLst/>
          </a:prstGeom>
          <a:noFill/>
          <a:ln w="0">
            <a:noFill/>
          </a:ln>
        </p:spPr>
        <p:txBody>
          <a:bodyPr lIns="91440" rIns="91440" tIns="45720" bIns="45720" anchor="t">
            <a:noAutofit/>
          </a:bodyPr>
          <a:lstStyle>
            <a:lvl1pPr indent="0">
              <a:buNone/>
              <a:defRPr b="0" lang="es-ES" sz="1400" strike="noStrike" u="none">
                <a:solidFill>
                  <a:srgbClr val="ffffff"/>
                </a:solidFill>
                <a:uFillTx/>
                <a:latin typeface="Times New Roman"/>
              </a:defRPr>
            </a:lvl1pPr>
          </a:lstStyle>
          <a:p>
            <a:pPr indent="0">
              <a:buNone/>
            </a:pPr>
            <a:r>
              <a:rPr b="0" lang="es-ES" sz="1400" strike="noStrike" u="none">
                <a:solidFill>
                  <a:srgbClr val="ffffff"/>
                </a:solidFill>
                <a:uFillTx/>
                <a:latin typeface="Times New Roman"/>
              </a:rPr>
              <a:t>&lt;fecha/hora&gt;</a:t>
            </a:r>
            <a:endParaRPr b="0" lang="es-ES" sz="1400" strike="noStrike" u="none">
              <a:solidFill>
                <a:srgbClr val="ffffff"/>
              </a:solidFill>
              <a:uFillTx/>
              <a:latin typeface="Times New Roman"/>
            </a:endParaRPr>
          </a:p>
        </p:txBody>
      </p:sp>
      <p:sp>
        <p:nvSpPr>
          <p:cNvPr id="1197" name="PlaceHolder 5"/>
          <p:cNvSpPr>
            <a:spLocks noGrp="1"/>
          </p:cNvSpPr>
          <p:nvPr>
            <p:ph type="ftr" idx="20"/>
          </p:nvPr>
        </p:nvSpPr>
        <p:spPr>
          <a:xfrm>
            <a:off x="684360" y="6172200"/>
            <a:ext cx="7543440" cy="364680"/>
          </a:xfrm>
          <a:prstGeom prst="rect">
            <a:avLst/>
          </a:prstGeom>
          <a:noFill/>
          <a:ln w="0">
            <a:noFill/>
          </a:ln>
        </p:spPr>
        <p:txBody>
          <a:bodyPr lIns="91440" rIns="91440" tIns="45720" bIns="45720" anchor="t">
            <a:noAutofit/>
          </a:bodyPr>
          <a:lstStyle>
            <a:lvl1pPr indent="0" algn="ctr">
              <a:buNone/>
              <a:defRPr b="0" lang="es-ES" sz="1400" strike="noStrike" u="none">
                <a:solidFill>
                  <a:srgbClr val="ffffff"/>
                </a:solidFill>
                <a:uFillTx/>
                <a:latin typeface="Times New Roman"/>
              </a:defRPr>
            </a:lvl1pPr>
          </a:lstStyle>
          <a:p>
            <a:pPr indent="0" algn="ctr">
              <a:buNone/>
            </a:pPr>
            <a:r>
              <a:rPr b="0" lang="es-ES" sz="1400" strike="noStrike" u="none">
                <a:solidFill>
                  <a:srgbClr val="ffffff"/>
                </a:solidFill>
                <a:uFillTx/>
                <a:latin typeface="Times New Roman"/>
              </a:rPr>
              <a:t>&lt;pie de página&gt;</a:t>
            </a:r>
            <a:endParaRPr b="0" lang="es-ES" sz="1400" strike="noStrike" u="none">
              <a:solidFill>
                <a:srgbClr val="ffffff"/>
              </a:solidFill>
              <a:uFillTx/>
              <a:latin typeface="Times New Roman"/>
            </a:endParaRPr>
          </a:p>
        </p:txBody>
      </p:sp>
      <p:sp>
        <p:nvSpPr>
          <p:cNvPr id="1198" name="PlaceHolder 6"/>
          <p:cNvSpPr>
            <a:spLocks noGrp="1"/>
          </p:cNvSpPr>
          <p:nvPr>
            <p:ph type="sldNum" idx="21"/>
          </p:nvPr>
        </p:nvSpPr>
        <p:spPr>
          <a:xfrm>
            <a:off x="10363320" y="5578560"/>
            <a:ext cx="1141920" cy="6696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3200" strike="noStrike" u="none">
                <a:solidFill>
                  <a:schemeClr val="dk2">
                    <a:lumMod val="50000"/>
                  </a:schemeClr>
                </a:solidFill>
                <a:uFillTx/>
                <a:latin typeface="Century Gothic"/>
                <a:ea typeface="Arial"/>
              </a:defRPr>
            </a:lvl1pPr>
          </a:lstStyle>
          <a:p>
            <a:pPr indent="0" algn="r">
              <a:lnSpc>
                <a:spcPct val="100000"/>
              </a:lnSpc>
              <a:buNone/>
              <a:tabLst>
                <a:tab algn="l" pos="0"/>
              </a:tabLst>
            </a:pPr>
            <a:fld id="{C2E73B2A-9322-49EE-8CB9-50D9FBCAE390}" type="slidenum">
              <a:rPr b="0" lang="es-ES" sz="3200" strike="noStrike" u="none">
                <a:solidFill>
                  <a:schemeClr val="dk2">
                    <a:lumMod val="50000"/>
                  </a:schemeClr>
                </a:solidFill>
                <a:uFillTx/>
                <a:latin typeface="Century Gothic"/>
                <a:ea typeface="Arial"/>
              </a:rPr>
              <a:t>&lt;número&gt;</a:t>
            </a:fld>
            <a:endParaRPr b="0" lang="es-ES" sz="3200" strike="noStrike" u="none">
              <a:solidFill>
                <a:srgbClr val="ffffff"/>
              </a:solidFill>
              <a:uFillTx/>
              <a:latin typeface="Times New Roman"/>
            </a:endParaRPr>
          </a:p>
        </p:txBody>
      </p:sp>
    </p:spTree>
  </p:cSld>
  <p:clrMap bg1="dk1" tx1="lt1" bg2="dk2" tx2="lt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199" name="Group 6"/>
          <p:cNvGrpSpPr/>
          <p:nvPr/>
        </p:nvGrpSpPr>
        <p:grpSpPr>
          <a:xfrm>
            <a:off x="9206640" y="2963160"/>
            <a:ext cx="2981880" cy="3209040"/>
            <a:chOff x="9206640" y="2963160"/>
            <a:chExt cx="2981880" cy="3209040"/>
          </a:xfrm>
        </p:grpSpPr>
        <p:cxnSp>
          <p:nvCxnSpPr>
            <p:cNvPr id="1200"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201"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202"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203"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204"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205" name="PlaceHolder 1"/>
          <p:cNvSpPr>
            <a:spLocks noGrp="1"/>
          </p:cNvSpPr>
          <p:nvPr>
            <p:ph type="title"/>
          </p:nvPr>
        </p:nvSpPr>
        <p:spPr>
          <a:xfrm>
            <a:off x="684360" y="4487400"/>
            <a:ext cx="8534160" cy="1506600"/>
          </a:xfrm>
          <a:prstGeom prst="rect">
            <a:avLst/>
          </a:prstGeom>
          <a:noFill/>
          <a:ln w="0">
            <a:noFill/>
          </a:ln>
        </p:spPr>
        <p:txBody>
          <a:bodyPr lIns="91440" rIns="91440" tIns="45720" bIns="45720" anchor="ctr">
            <a:noAutofit/>
          </a:bodyPr>
          <a:p>
            <a:pPr indent="0" defTabSz="457200">
              <a:lnSpc>
                <a:spcPct val="100000"/>
              </a:lnSpc>
              <a:buNone/>
            </a:pPr>
            <a:r>
              <a:rPr b="0" lang="es-ES" sz="3600" strike="noStrike" u="none" cap="all">
                <a:solidFill>
                  <a:schemeClr val="lt1"/>
                </a:solidFill>
                <a:uFillTx/>
                <a:latin typeface="Century Gothic"/>
              </a:rPr>
              <a:t>Haga clic para modificar el estilo de título del patrón</a:t>
            </a:r>
            <a:endParaRPr b="0" lang="es-ES" sz="3600" strike="noStrike" u="none">
              <a:solidFill>
                <a:srgbClr val="000000"/>
              </a:solidFill>
              <a:uFillTx/>
              <a:latin typeface="Arial"/>
            </a:endParaRPr>
          </a:p>
        </p:txBody>
      </p:sp>
      <p:sp>
        <p:nvSpPr>
          <p:cNvPr id="1206" name="PlaceHolder 2"/>
          <p:cNvSpPr>
            <a:spLocks noGrp="1"/>
          </p:cNvSpPr>
          <p:nvPr>
            <p:ph type="body"/>
          </p:nvPr>
        </p:nvSpPr>
        <p:spPr>
          <a:xfrm>
            <a:off x="684360" y="685800"/>
            <a:ext cx="8534160" cy="3614760"/>
          </a:xfrm>
          <a:prstGeom prst="rect">
            <a:avLst/>
          </a:prstGeom>
          <a:noFill/>
          <a:ln w="0">
            <a:noFill/>
          </a:ln>
        </p:spPr>
        <p:txBody>
          <a:bodyPr lIns="91440" rIns="91440" tIns="45720" bIns="45720" anchor="t" vert="eaVert">
            <a:noAutofit/>
          </a:bodyPr>
          <a:p>
            <a:pPr marL="285840" indent="-285840" defTabSz="457200">
              <a:lnSpc>
                <a:spcPct val="100000"/>
              </a:lnSpc>
              <a:spcBef>
                <a:spcPts val="400"/>
              </a:spcBef>
              <a:spcAft>
                <a:spcPts val="601"/>
              </a:spcAft>
              <a:buClr>
                <a:srgbClr val="ffffff"/>
              </a:buClr>
              <a:buSzPct val="80000"/>
              <a:buFont typeface="Wingdings 3" charset="2"/>
              <a:buChar char=""/>
            </a:pPr>
            <a:r>
              <a:rPr b="0" lang="es-ES" sz="2000" strike="noStrike" u="none">
                <a:solidFill>
                  <a:schemeClr val="dk2">
                    <a:lumMod val="75000"/>
                  </a:schemeClr>
                </a:solidFill>
                <a:uFillTx/>
                <a:latin typeface="Century Gothic"/>
              </a:rPr>
              <a:t>Editar el estilo de texto del patrón</a:t>
            </a:r>
            <a:endParaRPr b="0" lang="es-ES" sz="2000" strike="noStrike" u="none">
              <a:solidFill>
                <a:schemeClr val="dk2">
                  <a:lumMod val="75000"/>
                </a:schemeClr>
              </a:solidFill>
              <a:uFillTx/>
              <a:latin typeface="Century Gothic"/>
            </a:endParaRPr>
          </a:p>
          <a:p>
            <a:pPr lvl="1" marL="743040" indent="-285840" defTabSz="457200">
              <a:lnSpc>
                <a:spcPct val="100000"/>
              </a:lnSpc>
              <a:spcBef>
                <a:spcPts val="360"/>
              </a:spcBef>
              <a:spcAft>
                <a:spcPts val="601"/>
              </a:spcAft>
              <a:buClr>
                <a:srgbClr val="ffffff"/>
              </a:buClr>
              <a:buSzPct val="80000"/>
              <a:buFont typeface="Wingdings 3" charset="2"/>
              <a:buChar char=""/>
            </a:pPr>
            <a:r>
              <a:rPr b="0" lang="es-ES" sz="1800" strike="noStrike" u="none">
                <a:solidFill>
                  <a:schemeClr val="dk2">
                    <a:lumMod val="75000"/>
                  </a:schemeClr>
                </a:solidFill>
                <a:uFillTx/>
                <a:latin typeface="Century Gothic"/>
              </a:rPr>
              <a:t>Segundo nivel</a:t>
            </a:r>
            <a:endParaRPr b="0" lang="es-ES" sz="1800" strike="noStrike" u="none">
              <a:solidFill>
                <a:schemeClr val="dk2">
                  <a:lumMod val="75000"/>
                </a:schemeClr>
              </a:solidFill>
              <a:uFillTx/>
              <a:latin typeface="Century Gothic"/>
            </a:endParaRPr>
          </a:p>
          <a:p>
            <a:pPr lvl="2" marL="1200240" indent="-285840" defTabSz="457200">
              <a:lnSpc>
                <a:spcPct val="100000"/>
              </a:lnSpc>
              <a:spcBef>
                <a:spcPts val="320"/>
              </a:spcBef>
              <a:spcAft>
                <a:spcPts val="601"/>
              </a:spcAft>
              <a:buClr>
                <a:srgbClr val="ffffff"/>
              </a:buClr>
              <a:buSzPct val="80000"/>
              <a:buFont typeface="Wingdings 3" charset="2"/>
              <a:buChar char=""/>
            </a:pPr>
            <a:r>
              <a:rPr b="0" lang="es-ES" sz="1600" strike="noStrike" u="none">
                <a:solidFill>
                  <a:schemeClr val="dk2">
                    <a:lumMod val="75000"/>
                  </a:schemeClr>
                </a:solidFill>
                <a:uFillTx/>
                <a:latin typeface="Century Gothic"/>
              </a:rPr>
              <a:t>Tercer nivel</a:t>
            </a:r>
            <a:endParaRPr b="0" lang="es-ES" sz="1600" strike="noStrike" u="none">
              <a:solidFill>
                <a:schemeClr val="dk2">
                  <a:lumMod val="75000"/>
                </a:schemeClr>
              </a:solidFill>
              <a:uFillTx/>
              <a:latin typeface="Century Gothic"/>
            </a:endParaRPr>
          </a:p>
          <a:p>
            <a:pPr lvl="3" marL="1542960" indent="-171360" defTabSz="457200">
              <a:lnSpc>
                <a:spcPct val="100000"/>
              </a:lnSpc>
              <a:spcBef>
                <a:spcPts val="281"/>
              </a:spcBef>
              <a:spcAft>
                <a:spcPts val="601"/>
              </a:spcAft>
              <a:buClr>
                <a:srgbClr val="ffffff"/>
              </a:buClr>
              <a:buSzPct val="80000"/>
              <a:buFont typeface="Wingdings 3" charset="2"/>
              <a:buChar char=""/>
            </a:pPr>
            <a:r>
              <a:rPr b="0" lang="es-ES" sz="1400" strike="noStrike" u="none">
                <a:solidFill>
                  <a:schemeClr val="dk2">
                    <a:lumMod val="75000"/>
                  </a:schemeClr>
                </a:solidFill>
                <a:uFillTx/>
                <a:latin typeface="Century Gothic"/>
              </a:rPr>
              <a:t>Cuarto nivel</a:t>
            </a:r>
            <a:endParaRPr b="0" lang="es-ES" sz="1400" strike="noStrike" u="none">
              <a:solidFill>
                <a:schemeClr val="dk2">
                  <a:lumMod val="75000"/>
                </a:schemeClr>
              </a:solidFill>
              <a:uFillTx/>
              <a:latin typeface="Century Gothic"/>
            </a:endParaRPr>
          </a:p>
          <a:p>
            <a:pPr lvl="4" marL="2000160" indent="-171360" defTabSz="457200">
              <a:lnSpc>
                <a:spcPct val="100000"/>
              </a:lnSpc>
              <a:spcBef>
                <a:spcPts val="281"/>
              </a:spcBef>
              <a:spcAft>
                <a:spcPts val="601"/>
              </a:spcAft>
              <a:buClr>
                <a:srgbClr val="ffffff"/>
              </a:buClr>
              <a:buSzPct val="80000"/>
              <a:buFont typeface="Wingdings 3" charset="2"/>
              <a:buChar char=""/>
            </a:pPr>
            <a:r>
              <a:rPr b="0" lang="es-ES" sz="1400" strike="noStrike" u="none">
                <a:solidFill>
                  <a:schemeClr val="dk2">
                    <a:lumMod val="75000"/>
                  </a:schemeClr>
                </a:solidFill>
                <a:uFillTx/>
                <a:latin typeface="Century Gothic"/>
              </a:rPr>
              <a:t>Quinto nivel</a:t>
            </a:r>
            <a:endParaRPr b="0" lang="es-ES" sz="1400" strike="noStrike" u="none">
              <a:solidFill>
                <a:schemeClr val="dk2">
                  <a:lumMod val="75000"/>
                </a:schemeClr>
              </a:solidFill>
              <a:uFillTx/>
              <a:latin typeface="Century Gothic"/>
            </a:endParaRPr>
          </a:p>
        </p:txBody>
      </p:sp>
      <p:sp>
        <p:nvSpPr>
          <p:cNvPr id="1207" name="PlaceHolder 3"/>
          <p:cNvSpPr>
            <a:spLocks noGrp="1"/>
          </p:cNvSpPr>
          <p:nvPr>
            <p:ph type="dt" idx="22"/>
          </p:nvPr>
        </p:nvSpPr>
        <p:spPr>
          <a:xfrm>
            <a:off x="9904320" y="6172200"/>
            <a:ext cx="1599840" cy="364680"/>
          </a:xfrm>
          <a:prstGeom prst="rect">
            <a:avLst/>
          </a:prstGeom>
          <a:noFill/>
          <a:ln w="0">
            <a:noFill/>
          </a:ln>
        </p:spPr>
        <p:txBody>
          <a:bodyPr lIns="91440" rIns="91440" tIns="45720" bIns="45720" anchor="t">
            <a:noAutofit/>
          </a:bodyPr>
          <a:lstStyle>
            <a:lvl1pPr indent="0">
              <a:buNone/>
              <a:defRPr b="0" lang="es-ES" sz="1400" strike="noStrike" u="none">
                <a:solidFill>
                  <a:srgbClr val="ffffff"/>
                </a:solidFill>
                <a:uFillTx/>
                <a:latin typeface="Times New Roman"/>
              </a:defRPr>
            </a:lvl1pPr>
          </a:lstStyle>
          <a:p>
            <a:pPr indent="0">
              <a:buNone/>
            </a:pPr>
            <a:r>
              <a:rPr b="0" lang="es-ES" sz="1400" strike="noStrike" u="none">
                <a:solidFill>
                  <a:srgbClr val="ffffff"/>
                </a:solidFill>
                <a:uFillTx/>
                <a:latin typeface="Times New Roman"/>
              </a:rPr>
              <a:t> </a:t>
            </a:r>
            <a:endParaRPr b="0" lang="es-ES" sz="1400" strike="noStrike" u="none">
              <a:solidFill>
                <a:srgbClr val="ffffff"/>
              </a:solidFill>
              <a:uFillTx/>
              <a:latin typeface="Times New Roman"/>
            </a:endParaRPr>
          </a:p>
        </p:txBody>
      </p:sp>
      <p:sp>
        <p:nvSpPr>
          <p:cNvPr id="1208" name="PlaceHolder 4"/>
          <p:cNvSpPr>
            <a:spLocks noGrp="1"/>
          </p:cNvSpPr>
          <p:nvPr>
            <p:ph type="ftr" idx="23"/>
          </p:nvPr>
        </p:nvSpPr>
        <p:spPr>
          <a:xfrm>
            <a:off x="684360" y="6172200"/>
            <a:ext cx="7543440" cy="364680"/>
          </a:xfrm>
          <a:prstGeom prst="rect">
            <a:avLst/>
          </a:prstGeom>
          <a:noFill/>
          <a:ln w="0">
            <a:noFill/>
          </a:ln>
        </p:spPr>
        <p:txBody>
          <a:bodyPr lIns="91440" rIns="91440" tIns="45720" bIns="45720" anchor="t">
            <a:noAutofit/>
          </a:bodyPr>
          <a:lstStyle>
            <a:lvl1pPr indent="0" algn="ctr">
              <a:buNone/>
              <a:defRPr b="0" lang="es-ES" sz="1400" strike="noStrike" u="none">
                <a:solidFill>
                  <a:srgbClr val="ffffff"/>
                </a:solidFill>
                <a:uFillTx/>
                <a:latin typeface="Times New Roman"/>
              </a:defRPr>
            </a:lvl1pPr>
          </a:lstStyle>
          <a:p>
            <a:pPr indent="0" algn="ctr">
              <a:buNone/>
            </a:pPr>
            <a:r>
              <a:rPr b="0" lang="es-ES" sz="1400" strike="noStrike" u="none">
                <a:solidFill>
                  <a:srgbClr val="ffffff"/>
                </a:solidFill>
                <a:uFillTx/>
                <a:latin typeface="Times New Roman"/>
              </a:rPr>
              <a:t> </a:t>
            </a:r>
            <a:endParaRPr b="0" lang="es-ES" sz="1400" strike="noStrike" u="none">
              <a:solidFill>
                <a:srgbClr val="ffffff"/>
              </a:solidFill>
              <a:uFillTx/>
              <a:latin typeface="Times New Roman"/>
            </a:endParaRPr>
          </a:p>
        </p:txBody>
      </p:sp>
      <p:sp>
        <p:nvSpPr>
          <p:cNvPr id="1209" name="PlaceHolder 5"/>
          <p:cNvSpPr>
            <a:spLocks noGrp="1"/>
          </p:cNvSpPr>
          <p:nvPr>
            <p:ph type="sldNum" idx="24"/>
          </p:nvPr>
        </p:nvSpPr>
        <p:spPr>
          <a:xfrm>
            <a:off x="10363320" y="5578560"/>
            <a:ext cx="1141920" cy="6696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3200" strike="noStrike" u="none">
                <a:solidFill>
                  <a:schemeClr val="dk2">
                    <a:lumMod val="50000"/>
                  </a:schemeClr>
                </a:solidFill>
                <a:uFillTx/>
                <a:latin typeface="Century Gothic"/>
                <a:ea typeface="Arial"/>
              </a:defRPr>
            </a:lvl1pPr>
          </a:lstStyle>
          <a:p>
            <a:pPr indent="0" algn="r">
              <a:lnSpc>
                <a:spcPct val="100000"/>
              </a:lnSpc>
              <a:buNone/>
              <a:tabLst>
                <a:tab algn="l" pos="0"/>
              </a:tabLst>
            </a:pPr>
            <a:fld id="{35BD5BA5-6624-45FA-B88B-57CC37F5F9CB}" type="slidenum">
              <a:rPr b="0" lang="es-ES" sz="3200" strike="noStrike" u="none">
                <a:solidFill>
                  <a:schemeClr val="dk2">
                    <a:lumMod val="50000"/>
                  </a:schemeClr>
                </a:solidFill>
                <a:uFillTx/>
                <a:latin typeface="Century Gothic"/>
                <a:ea typeface="Arial"/>
              </a:rPr>
              <a:t>1</a:t>
            </a:fld>
            <a:endParaRPr b="0" lang="es-ES" sz="3200" strike="noStrike" u="none">
              <a:solidFill>
                <a:srgbClr val="ffffff"/>
              </a:solidFill>
              <a:uFillTx/>
              <a:latin typeface="Times New Roman"/>
            </a:endParaRPr>
          </a:p>
        </p:txBody>
      </p:sp>
    </p:spTree>
  </p:cSld>
  <p:clrMap bg1="dk1" tx1="lt1" bg2="dk2" tx2="lt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210" name="Group 6"/>
          <p:cNvGrpSpPr/>
          <p:nvPr/>
        </p:nvGrpSpPr>
        <p:grpSpPr>
          <a:xfrm>
            <a:off x="9206640" y="2963160"/>
            <a:ext cx="2981880" cy="3209040"/>
            <a:chOff x="9206640" y="2963160"/>
            <a:chExt cx="2981880" cy="3209040"/>
          </a:xfrm>
        </p:grpSpPr>
        <p:cxnSp>
          <p:nvCxnSpPr>
            <p:cNvPr id="1211"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212"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213"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214"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215"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216" name="PlaceHolder 1"/>
          <p:cNvSpPr>
            <a:spLocks noGrp="1"/>
          </p:cNvSpPr>
          <p:nvPr>
            <p:ph type="title"/>
          </p:nvPr>
        </p:nvSpPr>
        <p:spPr>
          <a:xfrm>
            <a:off x="8685360" y="685800"/>
            <a:ext cx="2057040" cy="4571640"/>
          </a:xfrm>
          <a:prstGeom prst="rect">
            <a:avLst/>
          </a:prstGeom>
          <a:noFill/>
          <a:ln w="0">
            <a:noFill/>
          </a:ln>
        </p:spPr>
        <p:txBody>
          <a:bodyPr lIns="91440" rIns="91440" tIns="45720" bIns="45720" anchor="ctr" vert="eaVert">
            <a:noAutofit/>
          </a:bodyPr>
          <a:p>
            <a:pPr indent="0" defTabSz="457200">
              <a:lnSpc>
                <a:spcPct val="100000"/>
              </a:lnSpc>
              <a:buNone/>
            </a:pPr>
            <a:r>
              <a:rPr b="0" lang="es-ES" sz="3600" strike="noStrike" u="none" cap="all">
                <a:solidFill>
                  <a:schemeClr val="lt1"/>
                </a:solidFill>
                <a:uFillTx/>
                <a:latin typeface="Century Gothic"/>
              </a:rPr>
              <a:t>Haga clic para modificar el estilo de título del patrón</a:t>
            </a:r>
            <a:endParaRPr b="0" lang="es-ES" sz="3600" strike="noStrike" u="none">
              <a:solidFill>
                <a:srgbClr val="000000"/>
              </a:solidFill>
              <a:uFillTx/>
              <a:latin typeface="Arial"/>
            </a:endParaRPr>
          </a:p>
        </p:txBody>
      </p:sp>
      <p:sp>
        <p:nvSpPr>
          <p:cNvPr id="1217" name="PlaceHolder 2"/>
          <p:cNvSpPr>
            <a:spLocks noGrp="1"/>
          </p:cNvSpPr>
          <p:nvPr>
            <p:ph type="body"/>
          </p:nvPr>
        </p:nvSpPr>
        <p:spPr>
          <a:xfrm>
            <a:off x="685800" y="685800"/>
            <a:ext cx="7822800" cy="5308200"/>
          </a:xfrm>
          <a:prstGeom prst="rect">
            <a:avLst/>
          </a:prstGeom>
          <a:noFill/>
          <a:ln w="0">
            <a:noFill/>
          </a:ln>
        </p:spPr>
        <p:txBody>
          <a:bodyPr lIns="91440" rIns="91440" tIns="45720" bIns="45720" anchor="t" vert="eaVert">
            <a:noAutofit/>
          </a:bodyPr>
          <a:p>
            <a:pPr marL="285840" indent="-285840" defTabSz="457200">
              <a:lnSpc>
                <a:spcPct val="100000"/>
              </a:lnSpc>
              <a:spcBef>
                <a:spcPts val="400"/>
              </a:spcBef>
              <a:spcAft>
                <a:spcPts val="601"/>
              </a:spcAft>
              <a:buClr>
                <a:srgbClr val="ffffff"/>
              </a:buClr>
              <a:buSzPct val="80000"/>
              <a:buFont typeface="Wingdings 3" charset="2"/>
              <a:buChar char=""/>
            </a:pPr>
            <a:r>
              <a:rPr b="0" lang="es-ES" sz="2000" strike="noStrike" u="none">
                <a:solidFill>
                  <a:schemeClr val="dk2">
                    <a:lumMod val="75000"/>
                  </a:schemeClr>
                </a:solidFill>
                <a:uFillTx/>
                <a:latin typeface="Century Gothic"/>
              </a:rPr>
              <a:t>Editar el estilo de texto del patrón</a:t>
            </a:r>
            <a:endParaRPr b="0" lang="es-ES" sz="2000" strike="noStrike" u="none">
              <a:solidFill>
                <a:schemeClr val="dk2">
                  <a:lumMod val="75000"/>
                </a:schemeClr>
              </a:solidFill>
              <a:uFillTx/>
              <a:latin typeface="Century Gothic"/>
            </a:endParaRPr>
          </a:p>
          <a:p>
            <a:pPr lvl="1" marL="743040" indent="-285840" defTabSz="457200">
              <a:lnSpc>
                <a:spcPct val="100000"/>
              </a:lnSpc>
              <a:spcBef>
                <a:spcPts val="360"/>
              </a:spcBef>
              <a:spcAft>
                <a:spcPts val="601"/>
              </a:spcAft>
              <a:buClr>
                <a:srgbClr val="ffffff"/>
              </a:buClr>
              <a:buSzPct val="80000"/>
              <a:buFont typeface="Wingdings 3" charset="2"/>
              <a:buChar char=""/>
            </a:pPr>
            <a:r>
              <a:rPr b="0" lang="es-ES" sz="1800" strike="noStrike" u="none">
                <a:solidFill>
                  <a:schemeClr val="dk2">
                    <a:lumMod val="75000"/>
                  </a:schemeClr>
                </a:solidFill>
                <a:uFillTx/>
                <a:latin typeface="Century Gothic"/>
              </a:rPr>
              <a:t>Segundo nivel</a:t>
            </a:r>
            <a:endParaRPr b="0" lang="es-ES" sz="1800" strike="noStrike" u="none">
              <a:solidFill>
                <a:schemeClr val="dk2">
                  <a:lumMod val="75000"/>
                </a:schemeClr>
              </a:solidFill>
              <a:uFillTx/>
              <a:latin typeface="Century Gothic"/>
            </a:endParaRPr>
          </a:p>
          <a:p>
            <a:pPr lvl="2" marL="1200240" indent="-285840" defTabSz="457200">
              <a:lnSpc>
                <a:spcPct val="100000"/>
              </a:lnSpc>
              <a:spcBef>
                <a:spcPts val="320"/>
              </a:spcBef>
              <a:spcAft>
                <a:spcPts val="601"/>
              </a:spcAft>
              <a:buClr>
                <a:srgbClr val="ffffff"/>
              </a:buClr>
              <a:buSzPct val="80000"/>
              <a:buFont typeface="Wingdings 3" charset="2"/>
              <a:buChar char=""/>
            </a:pPr>
            <a:r>
              <a:rPr b="0" lang="es-ES" sz="1600" strike="noStrike" u="none">
                <a:solidFill>
                  <a:schemeClr val="dk2">
                    <a:lumMod val="75000"/>
                  </a:schemeClr>
                </a:solidFill>
                <a:uFillTx/>
                <a:latin typeface="Century Gothic"/>
              </a:rPr>
              <a:t>Tercer nivel</a:t>
            </a:r>
            <a:endParaRPr b="0" lang="es-ES" sz="1600" strike="noStrike" u="none">
              <a:solidFill>
                <a:schemeClr val="dk2">
                  <a:lumMod val="75000"/>
                </a:schemeClr>
              </a:solidFill>
              <a:uFillTx/>
              <a:latin typeface="Century Gothic"/>
            </a:endParaRPr>
          </a:p>
          <a:p>
            <a:pPr lvl="3" marL="1542960" indent="-171360" defTabSz="457200">
              <a:lnSpc>
                <a:spcPct val="100000"/>
              </a:lnSpc>
              <a:spcBef>
                <a:spcPts val="281"/>
              </a:spcBef>
              <a:spcAft>
                <a:spcPts val="601"/>
              </a:spcAft>
              <a:buClr>
                <a:srgbClr val="ffffff"/>
              </a:buClr>
              <a:buSzPct val="80000"/>
              <a:buFont typeface="Wingdings 3" charset="2"/>
              <a:buChar char=""/>
            </a:pPr>
            <a:r>
              <a:rPr b="0" lang="es-ES" sz="1400" strike="noStrike" u="none">
                <a:solidFill>
                  <a:schemeClr val="dk2">
                    <a:lumMod val="75000"/>
                  </a:schemeClr>
                </a:solidFill>
                <a:uFillTx/>
                <a:latin typeface="Century Gothic"/>
              </a:rPr>
              <a:t>Cuarto nivel</a:t>
            </a:r>
            <a:endParaRPr b="0" lang="es-ES" sz="1400" strike="noStrike" u="none">
              <a:solidFill>
                <a:schemeClr val="dk2">
                  <a:lumMod val="75000"/>
                </a:schemeClr>
              </a:solidFill>
              <a:uFillTx/>
              <a:latin typeface="Century Gothic"/>
            </a:endParaRPr>
          </a:p>
          <a:p>
            <a:pPr lvl="4" marL="2000160" indent="-171360" defTabSz="457200">
              <a:lnSpc>
                <a:spcPct val="100000"/>
              </a:lnSpc>
              <a:spcBef>
                <a:spcPts val="281"/>
              </a:spcBef>
              <a:spcAft>
                <a:spcPts val="601"/>
              </a:spcAft>
              <a:buClr>
                <a:srgbClr val="ffffff"/>
              </a:buClr>
              <a:buSzPct val="80000"/>
              <a:buFont typeface="Wingdings 3" charset="2"/>
              <a:buChar char=""/>
            </a:pPr>
            <a:r>
              <a:rPr b="0" lang="es-ES" sz="1400" strike="noStrike" u="none">
                <a:solidFill>
                  <a:schemeClr val="dk2">
                    <a:lumMod val="75000"/>
                  </a:schemeClr>
                </a:solidFill>
                <a:uFillTx/>
                <a:latin typeface="Century Gothic"/>
              </a:rPr>
              <a:t>Quinto nivel</a:t>
            </a:r>
            <a:endParaRPr b="0" lang="es-ES" sz="1400" strike="noStrike" u="none">
              <a:solidFill>
                <a:schemeClr val="dk2">
                  <a:lumMod val="75000"/>
                </a:schemeClr>
              </a:solidFill>
              <a:uFillTx/>
              <a:latin typeface="Century Gothic"/>
            </a:endParaRPr>
          </a:p>
        </p:txBody>
      </p:sp>
      <p:sp>
        <p:nvSpPr>
          <p:cNvPr id="1218" name="PlaceHolder 3"/>
          <p:cNvSpPr>
            <a:spLocks noGrp="1"/>
          </p:cNvSpPr>
          <p:nvPr>
            <p:ph type="dt" idx="25"/>
          </p:nvPr>
        </p:nvSpPr>
        <p:spPr>
          <a:xfrm>
            <a:off x="9904320" y="6172200"/>
            <a:ext cx="1599840" cy="364680"/>
          </a:xfrm>
          <a:prstGeom prst="rect">
            <a:avLst/>
          </a:prstGeom>
          <a:noFill/>
          <a:ln w="0">
            <a:noFill/>
          </a:ln>
        </p:spPr>
        <p:txBody>
          <a:bodyPr lIns="91440" rIns="91440" tIns="45720" bIns="45720" anchor="t">
            <a:noAutofit/>
          </a:bodyPr>
          <a:lstStyle>
            <a:lvl1pPr indent="0">
              <a:buNone/>
              <a:defRPr b="0" lang="es-ES" sz="1400" strike="noStrike" u="none">
                <a:solidFill>
                  <a:srgbClr val="ffffff"/>
                </a:solidFill>
                <a:uFillTx/>
                <a:latin typeface="Times New Roman"/>
              </a:defRPr>
            </a:lvl1pPr>
          </a:lstStyle>
          <a:p>
            <a:pPr indent="0">
              <a:buNone/>
            </a:pPr>
            <a:r>
              <a:rPr b="0" lang="es-ES" sz="1400" strike="noStrike" u="none">
                <a:solidFill>
                  <a:srgbClr val="ffffff"/>
                </a:solidFill>
                <a:uFillTx/>
                <a:latin typeface="Times New Roman"/>
              </a:rPr>
              <a:t> </a:t>
            </a:r>
            <a:endParaRPr b="0" lang="es-ES" sz="1400" strike="noStrike" u="none">
              <a:solidFill>
                <a:srgbClr val="ffffff"/>
              </a:solidFill>
              <a:uFillTx/>
              <a:latin typeface="Times New Roman"/>
            </a:endParaRPr>
          </a:p>
        </p:txBody>
      </p:sp>
      <p:sp>
        <p:nvSpPr>
          <p:cNvPr id="1219" name="PlaceHolder 4"/>
          <p:cNvSpPr>
            <a:spLocks noGrp="1"/>
          </p:cNvSpPr>
          <p:nvPr>
            <p:ph type="ftr" idx="26"/>
          </p:nvPr>
        </p:nvSpPr>
        <p:spPr>
          <a:xfrm>
            <a:off x="684360" y="6172200"/>
            <a:ext cx="7543440" cy="364680"/>
          </a:xfrm>
          <a:prstGeom prst="rect">
            <a:avLst/>
          </a:prstGeom>
          <a:noFill/>
          <a:ln w="0">
            <a:noFill/>
          </a:ln>
        </p:spPr>
        <p:txBody>
          <a:bodyPr lIns="91440" rIns="91440" tIns="45720" bIns="45720" anchor="t">
            <a:noAutofit/>
          </a:bodyPr>
          <a:lstStyle>
            <a:lvl1pPr indent="0" algn="ctr">
              <a:buNone/>
              <a:defRPr b="0" lang="es-ES" sz="1400" strike="noStrike" u="none">
                <a:solidFill>
                  <a:srgbClr val="ffffff"/>
                </a:solidFill>
                <a:uFillTx/>
                <a:latin typeface="Times New Roman"/>
              </a:defRPr>
            </a:lvl1pPr>
          </a:lstStyle>
          <a:p>
            <a:pPr indent="0" algn="ctr">
              <a:buNone/>
            </a:pPr>
            <a:r>
              <a:rPr b="0" lang="es-ES" sz="1400" strike="noStrike" u="none">
                <a:solidFill>
                  <a:srgbClr val="ffffff"/>
                </a:solidFill>
                <a:uFillTx/>
                <a:latin typeface="Times New Roman"/>
              </a:rPr>
              <a:t> </a:t>
            </a:r>
            <a:endParaRPr b="0" lang="es-ES" sz="1400" strike="noStrike" u="none">
              <a:solidFill>
                <a:srgbClr val="ffffff"/>
              </a:solidFill>
              <a:uFillTx/>
              <a:latin typeface="Times New Roman"/>
            </a:endParaRPr>
          </a:p>
        </p:txBody>
      </p:sp>
      <p:sp>
        <p:nvSpPr>
          <p:cNvPr id="1220" name="PlaceHolder 5"/>
          <p:cNvSpPr>
            <a:spLocks noGrp="1"/>
          </p:cNvSpPr>
          <p:nvPr>
            <p:ph type="sldNum" idx="27"/>
          </p:nvPr>
        </p:nvSpPr>
        <p:spPr>
          <a:xfrm>
            <a:off x="10363320" y="5578560"/>
            <a:ext cx="1141920" cy="6696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3200" strike="noStrike" u="none">
                <a:solidFill>
                  <a:schemeClr val="dk2">
                    <a:lumMod val="50000"/>
                  </a:schemeClr>
                </a:solidFill>
                <a:uFillTx/>
                <a:latin typeface="Century Gothic"/>
                <a:ea typeface="Arial"/>
              </a:defRPr>
            </a:lvl1pPr>
          </a:lstStyle>
          <a:p>
            <a:pPr indent="0" algn="r">
              <a:lnSpc>
                <a:spcPct val="100000"/>
              </a:lnSpc>
              <a:buNone/>
              <a:tabLst>
                <a:tab algn="l" pos="0"/>
              </a:tabLst>
            </a:pPr>
            <a:fld id="{9A1769DB-EC6A-46D7-B754-647A070E8662}" type="slidenum">
              <a:rPr b="0" lang="es-ES" sz="3200" strike="noStrike" u="none">
                <a:solidFill>
                  <a:schemeClr val="dk2">
                    <a:lumMod val="50000"/>
                  </a:schemeClr>
                </a:solidFill>
                <a:uFillTx/>
                <a:latin typeface="Century Gothic"/>
                <a:ea typeface="Arial"/>
              </a:rPr>
              <a:t>1</a:t>
            </a:fld>
            <a:endParaRPr b="0" lang="es-ES" sz="3200" strike="noStrike" u="none">
              <a:solidFill>
                <a:srgbClr val="ffffff"/>
              </a:solidFill>
              <a:uFillTx/>
              <a:latin typeface="Times New Roman"/>
            </a:endParaRPr>
          </a:p>
        </p:txBody>
      </p:sp>
    </p:spTree>
  </p:cSld>
  <p:clrMap bg1="dk1" tx1="lt1" bg2="dk2" tx2="lt2" accent1="accent1" accent2="accent2" accent3="accent3" accent4="accent4" accent5="accent5" accent6="accent6" hlink="hlink" folHlink="folHlink"/>
  <p:sldLayoutIdLst>
    <p:sldLayoutId id="2147483713" r:id="rId2"/>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221" name="Group 6"/>
          <p:cNvGrpSpPr/>
          <p:nvPr/>
        </p:nvGrpSpPr>
        <p:grpSpPr>
          <a:xfrm>
            <a:off x="9206640" y="2963160"/>
            <a:ext cx="2981880" cy="3209040"/>
            <a:chOff x="9206640" y="2963160"/>
            <a:chExt cx="2981880" cy="3209040"/>
          </a:xfrm>
        </p:grpSpPr>
        <p:cxnSp>
          <p:nvCxnSpPr>
            <p:cNvPr id="1222"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223"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224"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225"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226"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227" name="PlaceHolder 1"/>
          <p:cNvSpPr>
            <a:spLocks noGrp="1"/>
          </p:cNvSpPr>
          <p:nvPr>
            <p:ph type="title"/>
          </p:nvPr>
        </p:nvSpPr>
        <p:spPr>
          <a:xfrm>
            <a:off x="1141560" y="618480"/>
            <a:ext cx="9905400" cy="1477800"/>
          </a:xfrm>
          <a:prstGeom prst="rect">
            <a:avLst/>
          </a:prstGeom>
          <a:noFill/>
          <a:ln w="0">
            <a:noFill/>
          </a:ln>
        </p:spPr>
        <p:txBody>
          <a:bodyPr lIns="0" rIns="0" tIns="0" bIns="0" anchor="ctr">
            <a:normAutofit/>
          </a:bodyPr>
          <a:p>
            <a:pPr indent="0">
              <a:buNone/>
            </a:pPr>
            <a:r>
              <a:rPr b="0" lang="es-ES" sz="3600" strike="noStrike" u="none">
                <a:solidFill>
                  <a:srgbClr val="000000"/>
                </a:solidFill>
                <a:uFillTx/>
                <a:latin typeface="Arial"/>
              </a:rPr>
              <a:t>Pulse para editar el formato del texto de título</a:t>
            </a:r>
            <a:endParaRPr b="0" lang="es-ES" sz="3600" strike="noStrike" u="none">
              <a:solidFill>
                <a:srgbClr val="000000"/>
              </a:solidFill>
              <a:uFillTx/>
              <a:latin typeface="Arial"/>
            </a:endParaRPr>
          </a:p>
        </p:txBody>
      </p:sp>
      <p:sp>
        <p:nvSpPr>
          <p:cNvPr id="1228"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2000" strike="noStrike" u="none">
                <a:solidFill>
                  <a:schemeClr val="dk2">
                    <a:lumMod val="75000"/>
                  </a:schemeClr>
                </a:solidFill>
                <a:uFillTx/>
                <a:latin typeface="Century Gothic"/>
              </a:rPr>
              <a:t>Pulse para editar el formato de texto del esquema</a:t>
            </a:r>
            <a:endParaRPr b="0" lang="es-ES" sz="2000" strike="noStrike" u="none">
              <a:solidFill>
                <a:schemeClr val="dk2">
                  <a:lumMod val="75000"/>
                </a:schemeClr>
              </a:solidFill>
              <a:uFillTx/>
              <a:latin typeface="Century Gothic"/>
            </a:endParaRPr>
          </a:p>
          <a:p>
            <a:pPr lvl="1" marL="864000" indent="-324000">
              <a:spcBef>
                <a:spcPts val="1134"/>
              </a:spcBef>
              <a:buClr>
                <a:srgbClr val="ffffff"/>
              </a:buClr>
              <a:buSzPct val="75000"/>
              <a:buFont typeface="Symbol" charset="2"/>
              <a:buChar char=""/>
            </a:pPr>
            <a:r>
              <a:rPr b="0" lang="es-ES" sz="1600" strike="noStrike" u="none">
                <a:solidFill>
                  <a:schemeClr val="dk2">
                    <a:lumMod val="75000"/>
                  </a:schemeClr>
                </a:solidFill>
                <a:uFillTx/>
                <a:latin typeface="Century Gothic"/>
              </a:rPr>
              <a:t>Segundo nivel del esquema</a:t>
            </a:r>
            <a:endParaRPr b="0" lang="es-ES" sz="1600" strike="noStrike" u="none">
              <a:solidFill>
                <a:schemeClr val="dk2">
                  <a:lumMod val="75000"/>
                </a:schemeClr>
              </a:solidFill>
              <a:uFillTx/>
              <a:latin typeface="Century Gothic"/>
            </a:endParaRPr>
          </a:p>
          <a:p>
            <a:pPr lvl="2" marL="1296000" indent="-288000">
              <a:spcBef>
                <a:spcPts val="850"/>
              </a:spcBef>
              <a:buClr>
                <a:srgbClr val="ffffff"/>
              </a:buClr>
              <a:buSzPct val="45000"/>
              <a:buFont typeface="Wingdings" charset="2"/>
              <a:buChar char=""/>
            </a:pPr>
            <a:r>
              <a:rPr b="0" lang="es-ES" sz="1400" strike="noStrike" u="none">
                <a:solidFill>
                  <a:schemeClr val="dk2">
                    <a:lumMod val="75000"/>
                  </a:schemeClr>
                </a:solidFill>
                <a:uFillTx/>
                <a:latin typeface="Century Gothic"/>
              </a:rPr>
              <a:t>Tercer nivel del esquema</a:t>
            </a:r>
            <a:endParaRPr b="0" lang="es-ES" sz="1400" strike="noStrike" u="none">
              <a:solidFill>
                <a:schemeClr val="dk2">
                  <a:lumMod val="75000"/>
                </a:schemeClr>
              </a:solidFill>
              <a:uFillTx/>
              <a:latin typeface="Century Gothic"/>
            </a:endParaRPr>
          </a:p>
          <a:p>
            <a:pPr lvl="3" marL="1728000" indent="-216000">
              <a:spcBef>
                <a:spcPts val="567"/>
              </a:spcBef>
              <a:buClr>
                <a:srgbClr val="ffffff"/>
              </a:buClr>
              <a:buSzPct val="75000"/>
              <a:buFont typeface="Symbol" charset="2"/>
              <a:buChar char=""/>
            </a:pPr>
            <a:r>
              <a:rPr b="0" lang="es-ES" sz="1400" strike="noStrike" u="none">
                <a:solidFill>
                  <a:schemeClr val="dk2">
                    <a:lumMod val="75000"/>
                  </a:schemeClr>
                </a:solidFill>
                <a:uFillTx/>
                <a:latin typeface="Century Gothic"/>
              </a:rPr>
              <a:t>Cuarto nivel del esquema</a:t>
            </a:r>
            <a:endParaRPr b="0" lang="es-ES" sz="1400" strike="noStrike" u="none">
              <a:solidFill>
                <a:schemeClr val="dk2">
                  <a:lumMod val="75000"/>
                </a:schemeClr>
              </a:solidFill>
              <a:uFillTx/>
              <a:latin typeface="Century Gothic"/>
            </a:endParaRPr>
          </a:p>
          <a:p>
            <a:pPr lvl="4" marL="2160000" indent="-216000">
              <a:spcBef>
                <a:spcPts val="283"/>
              </a:spcBef>
              <a:buClr>
                <a:srgbClr val="ffffff"/>
              </a:buClr>
              <a:buSzPct val="45000"/>
              <a:buFont typeface="Wingdings" charset="2"/>
              <a:buChar char=""/>
            </a:pPr>
            <a:r>
              <a:rPr b="0" lang="es-ES" sz="2000" strike="noStrike" u="none">
                <a:solidFill>
                  <a:schemeClr val="dk2">
                    <a:lumMod val="75000"/>
                  </a:schemeClr>
                </a:solidFill>
                <a:uFillTx/>
                <a:latin typeface="Century Gothic"/>
              </a:rPr>
              <a:t>Quinto nivel del esquema</a:t>
            </a:r>
            <a:endParaRPr b="0" lang="es-ES" sz="2000" strike="noStrike" u="none">
              <a:solidFill>
                <a:schemeClr val="dk2">
                  <a:lumMod val="75000"/>
                </a:schemeClr>
              </a:solidFill>
              <a:uFillTx/>
              <a:latin typeface="Century Gothic"/>
            </a:endParaRPr>
          </a:p>
          <a:p>
            <a:pPr lvl="5" marL="2592000" indent="-216000">
              <a:spcBef>
                <a:spcPts val="283"/>
              </a:spcBef>
              <a:buClr>
                <a:srgbClr val="ffffff"/>
              </a:buClr>
              <a:buSzPct val="45000"/>
              <a:buFont typeface="Wingdings" charset="2"/>
              <a:buChar char=""/>
            </a:pPr>
            <a:r>
              <a:rPr b="0" lang="es-ES" sz="2000" strike="noStrike" u="none">
                <a:solidFill>
                  <a:schemeClr val="dk2">
                    <a:lumMod val="75000"/>
                  </a:schemeClr>
                </a:solidFill>
                <a:uFillTx/>
                <a:latin typeface="Century Gothic"/>
              </a:rPr>
              <a:t>Sexto nivel del esquema</a:t>
            </a:r>
            <a:endParaRPr b="0" lang="es-ES" sz="2000" strike="noStrike" u="none">
              <a:solidFill>
                <a:schemeClr val="dk2">
                  <a:lumMod val="75000"/>
                </a:schemeClr>
              </a:solidFill>
              <a:uFillTx/>
              <a:latin typeface="Century Gothic"/>
            </a:endParaRPr>
          </a:p>
          <a:p>
            <a:pPr lvl="6" marL="3024000" indent="-216000">
              <a:spcBef>
                <a:spcPts val="283"/>
              </a:spcBef>
              <a:buClr>
                <a:srgbClr val="ffffff"/>
              </a:buClr>
              <a:buSzPct val="45000"/>
              <a:buFont typeface="Wingdings" charset="2"/>
              <a:buChar char=""/>
            </a:pPr>
            <a:r>
              <a:rPr b="0" lang="es-ES" sz="2000" strike="noStrike" u="none">
                <a:solidFill>
                  <a:schemeClr val="dk2">
                    <a:lumMod val="75000"/>
                  </a:schemeClr>
                </a:solidFill>
                <a:uFillTx/>
                <a:latin typeface="Century Gothic"/>
              </a:rPr>
              <a:t>Séptimo nivel del esquema</a:t>
            </a:r>
            <a:endParaRPr b="0" lang="es-ES" sz="2000" strike="noStrike" u="none">
              <a:solidFill>
                <a:schemeClr val="dk2">
                  <a:lumMod val="75000"/>
                </a:schemeClr>
              </a:solidFill>
              <a:uFillTx/>
              <a:latin typeface="Century Gothic"/>
            </a:endParaRPr>
          </a:p>
        </p:txBody>
      </p:sp>
    </p:spTree>
  </p:cSld>
  <p:clrMap bg1="dk1" tx1="lt1" bg2="dk2" tx2="lt2" accent1="accent1" accent2="accent2" accent3="accent3" accent4="accent4" accent5="accent5" accent6="accent6" hlink="hlink" folHlink="folHlink"/>
  <p:sldLayoutIdLst>
    <p:sldLayoutId id="2147483715" r:id="rId2"/>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231" name="Group 6"/>
          <p:cNvGrpSpPr/>
          <p:nvPr/>
        </p:nvGrpSpPr>
        <p:grpSpPr>
          <a:xfrm>
            <a:off x="9206640" y="2963160"/>
            <a:ext cx="2981880" cy="3209040"/>
            <a:chOff x="9206640" y="2963160"/>
            <a:chExt cx="2981880" cy="3209040"/>
          </a:xfrm>
        </p:grpSpPr>
        <p:cxnSp>
          <p:nvCxnSpPr>
            <p:cNvPr id="1232"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233"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234"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235"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236"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237" name="PlaceHolder 1"/>
          <p:cNvSpPr>
            <a:spLocks noGrp="1"/>
          </p:cNvSpPr>
          <p:nvPr>
            <p:ph type="title"/>
          </p:nvPr>
        </p:nvSpPr>
        <p:spPr>
          <a:xfrm>
            <a:off x="684360" y="4487400"/>
            <a:ext cx="8534160" cy="1506600"/>
          </a:xfrm>
          <a:prstGeom prst="rect">
            <a:avLst/>
          </a:prstGeom>
          <a:noFill/>
          <a:ln w="0">
            <a:noFill/>
          </a:ln>
        </p:spPr>
        <p:txBody>
          <a:bodyPr lIns="91440" rIns="91440" tIns="45720" bIns="45720" anchor="ctr">
            <a:noAutofit/>
          </a:bodyPr>
          <a:p>
            <a:pPr indent="0" defTabSz="457200">
              <a:lnSpc>
                <a:spcPct val="100000"/>
              </a:lnSpc>
              <a:buNone/>
            </a:pPr>
            <a:r>
              <a:rPr b="0" lang="es-ES" sz="3600" strike="noStrike" u="none" cap="all">
                <a:solidFill>
                  <a:schemeClr val="lt1"/>
                </a:solidFill>
                <a:uFillTx/>
                <a:latin typeface="Century Gothic"/>
              </a:rPr>
              <a:t>Haga clic para modificar el estilo de título del patrón</a:t>
            </a:r>
            <a:endParaRPr b="0" lang="es-ES" sz="3600" strike="noStrike" u="none">
              <a:solidFill>
                <a:srgbClr val="000000"/>
              </a:solidFill>
              <a:uFillTx/>
              <a:latin typeface="Arial"/>
            </a:endParaRPr>
          </a:p>
        </p:txBody>
      </p:sp>
      <p:sp>
        <p:nvSpPr>
          <p:cNvPr id="1238" name="PlaceHolder 2"/>
          <p:cNvSpPr>
            <a:spLocks noGrp="1"/>
          </p:cNvSpPr>
          <p:nvPr>
            <p:ph type="body"/>
          </p:nvPr>
        </p:nvSpPr>
        <p:spPr>
          <a:xfrm>
            <a:off x="684360" y="685800"/>
            <a:ext cx="8534160" cy="3614760"/>
          </a:xfrm>
          <a:prstGeom prst="rect">
            <a:avLst/>
          </a:prstGeom>
          <a:noFill/>
          <a:ln w="0">
            <a:noFill/>
          </a:ln>
        </p:spPr>
        <p:txBody>
          <a:bodyPr lIns="91440" rIns="91440" tIns="45720" bIns="45720" anchor="ctr">
            <a:noAutofit/>
          </a:bodyPr>
          <a:p>
            <a:pPr marL="285840" indent="-285840" defTabSz="457200">
              <a:lnSpc>
                <a:spcPct val="100000"/>
              </a:lnSpc>
              <a:spcBef>
                <a:spcPts val="400"/>
              </a:spcBef>
              <a:spcAft>
                <a:spcPts val="601"/>
              </a:spcAft>
              <a:buClr>
                <a:srgbClr val="ffffff"/>
              </a:buClr>
              <a:buSzPct val="80000"/>
              <a:buFont typeface="Wingdings 3" charset="2"/>
              <a:buChar char=""/>
            </a:pPr>
            <a:r>
              <a:rPr b="0" lang="es-ES" sz="2000" strike="noStrike" u="none">
                <a:solidFill>
                  <a:schemeClr val="dk2">
                    <a:lumMod val="75000"/>
                  </a:schemeClr>
                </a:solidFill>
                <a:uFillTx/>
                <a:latin typeface="Century Gothic"/>
              </a:rPr>
              <a:t>Editar el estilo de texto del patrón</a:t>
            </a:r>
            <a:endParaRPr b="0" lang="es-ES" sz="2000" strike="noStrike" u="none">
              <a:solidFill>
                <a:schemeClr val="dk2">
                  <a:lumMod val="75000"/>
                </a:schemeClr>
              </a:solidFill>
              <a:uFillTx/>
              <a:latin typeface="Century Gothic"/>
            </a:endParaRPr>
          </a:p>
          <a:p>
            <a:pPr lvl="1" marL="743040" indent="-285840" defTabSz="457200">
              <a:lnSpc>
                <a:spcPct val="100000"/>
              </a:lnSpc>
              <a:spcBef>
                <a:spcPts val="360"/>
              </a:spcBef>
              <a:spcAft>
                <a:spcPts val="601"/>
              </a:spcAft>
              <a:buClr>
                <a:srgbClr val="ffffff"/>
              </a:buClr>
              <a:buSzPct val="80000"/>
              <a:buFont typeface="Wingdings 3" charset="2"/>
              <a:buChar char=""/>
            </a:pPr>
            <a:r>
              <a:rPr b="0" lang="es-ES" sz="1800" strike="noStrike" u="none">
                <a:solidFill>
                  <a:schemeClr val="dk2">
                    <a:lumMod val="75000"/>
                  </a:schemeClr>
                </a:solidFill>
                <a:uFillTx/>
                <a:latin typeface="Century Gothic"/>
              </a:rPr>
              <a:t>Segundo nivel</a:t>
            </a:r>
            <a:endParaRPr b="0" lang="es-ES" sz="1800" strike="noStrike" u="none">
              <a:solidFill>
                <a:schemeClr val="dk2">
                  <a:lumMod val="75000"/>
                </a:schemeClr>
              </a:solidFill>
              <a:uFillTx/>
              <a:latin typeface="Century Gothic"/>
            </a:endParaRPr>
          </a:p>
          <a:p>
            <a:pPr lvl="2" marL="1200240" indent="-285840" defTabSz="457200">
              <a:lnSpc>
                <a:spcPct val="100000"/>
              </a:lnSpc>
              <a:spcBef>
                <a:spcPts val="320"/>
              </a:spcBef>
              <a:spcAft>
                <a:spcPts val="601"/>
              </a:spcAft>
              <a:buClr>
                <a:srgbClr val="ffffff"/>
              </a:buClr>
              <a:buSzPct val="80000"/>
              <a:buFont typeface="Wingdings 3" charset="2"/>
              <a:buChar char=""/>
            </a:pPr>
            <a:r>
              <a:rPr b="0" lang="es-ES" sz="1600" strike="noStrike" u="none">
                <a:solidFill>
                  <a:schemeClr val="dk2">
                    <a:lumMod val="75000"/>
                  </a:schemeClr>
                </a:solidFill>
                <a:uFillTx/>
                <a:latin typeface="Century Gothic"/>
              </a:rPr>
              <a:t>Tercer nivel</a:t>
            </a:r>
            <a:endParaRPr b="0" lang="es-ES" sz="1600" strike="noStrike" u="none">
              <a:solidFill>
                <a:schemeClr val="dk2">
                  <a:lumMod val="75000"/>
                </a:schemeClr>
              </a:solidFill>
              <a:uFillTx/>
              <a:latin typeface="Century Gothic"/>
            </a:endParaRPr>
          </a:p>
          <a:p>
            <a:pPr lvl="3" marL="1542960" indent="-171360" defTabSz="457200">
              <a:lnSpc>
                <a:spcPct val="100000"/>
              </a:lnSpc>
              <a:spcBef>
                <a:spcPts val="281"/>
              </a:spcBef>
              <a:spcAft>
                <a:spcPts val="601"/>
              </a:spcAft>
              <a:buClr>
                <a:srgbClr val="ffffff"/>
              </a:buClr>
              <a:buSzPct val="80000"/>
              <a:buFont typeface="Wingdings 3" charset="2"/>
              <a:buChar char=""/>
            </a:pPr>
            <a:r>
              <a:rPr b="0" lang="es-ES" sz="1400" strike="noStrike" u="none">
                <a:solidFill>
                  <a:schemeClr val="dk2">
                    <a:lumMod val="75000"/>
                  </a:schemeClr>
                </a:solidFill>
                <a:uFillTx/>
                <a:latin typeface="Century Gothic"/>
              </a:rPr>
              <a:t>Cuarto nivel</a:t>
            </a:r>
            <a:endParaRPr b="0" lang="es-ES" sz="1400" strike="noStrike" u="none">
              <a:solidFill>
                <a:schemeClr val="dk2">
                  <a:lumMod val="75000"/>
                </a:schemeClr>
              </a:solidFill>
              <a:uFillTx/>
              <a:latin typeface="Century Gothic"/>
            </a:endParaRPr>
          </a:p>
          <a:p>
            <a:pPr lvl="4" marL="2000160" indent="-171360" defTabSz="457200">
              <a:lnSpc>
                <a:spcPct val="100000"/>
              </a:lnSpc>
              <a:spcBef>
                <a:spcPts val="281"/>
              </a:spcBef>
              <a:spcAft>
                <a:spcPts val="601"/>
              </a:spcAft>
              <a:buClr>
                <a:srgbClr val="ffffff"/>
              </a:buClr>
              <a:buSzPct val="80000"/>
              <a:buFont typeface="Wingdings 3" charset="2"/>
              <a:buChar char=""/>
            </a:pPr>
            <a:r>
              <a:rPr b="0" lang="es-ES" sz="1400" strike="noStrike" u="none">
                <a:solidFill>
                  <a:schemeClr val="dk2">
                    <a:lumMod val="75000"/>
                  </a:schemeClr>
                </a:solidFill>
                <a:uFillTx/>
                <a:latin typeface="Century Gothic"/>
              </a:rPr>
              <a:t>Quinto nivel</a:t>
            </a:r>
            <a:endParaRPr b="0" lang="es-ES" sz="1400" strike="noStrike" u="none">
              <a:solidFill>
                <a:schemeClr val="dk2">
                  <a:lumMod val="75000"/>
                </a:schemeClr>
              </a:solidFill>
              <a:uFillTx/>
              <a:latin typeface="Century Gothic"/>
            </a:endParaRPr>
          </a:p>
        </p:txBody>
      </p:sp>
      <p:sp>
        <p:nvSpPr>
          <p:cNvPr id="1239" name="PlaceHolder 3"/>
          <p:cNvSpPr>
            <a:spLocks noGrp="1"/>
          </p:cNvSpPr>
          <p:nvPr>
            <p:ph type="dt" idx="28"/>
          </p:nvPr>
        </p:nvSpPr>
        <p:spPr>
          <a:xfrm>
            <a:off x="9904320" y="6172200"/>
            <a:ext cx="1599840" cy="364680"/>
          </a:xfrm>
          <a:prstGeom prst="rect">
            <a:avLst/>
          </a:prstGeom>
          <a:noFill/>
          <a:ln w="0">
            <a:noFill/>
          </a:ln>
        </p:spPr>
        <p:txBody>
          <a:bodyPr lIns="91440" rIns="91440" tIns="45720" bIns="45720" anchor="t">
            <a:noAutofit/>
          </a:bodyPr>
          <a:lstStyle>
            <a:lvl1pPr indent="0">
              <a:buNone/>
              <a:defRPr b="0" lang="es-ES" sz="1400" strike="noStrike" u="none">
                <a:solidFill>
                  <a:srgbClr val="ffffff"/>
                </a:solidFill>
                <a:uFillTx/>
                <a:latin typeface="Times New Roman"/>
              </a:defRPr>
            </a:lvl1pPr>
          </a:lstStyle>
          <a:p>
            <a:pPr indent="0">
              <a:buNone/>
            </a:pPr>
            <a:r>
              <a:rPr b="0" lang="es-ES" sz="1400" strike="noStrike" u="none">
                <a:solidFill>
                  <a:srgbClr val="ffffff"/>
                </a:solidFill>
                <a:uFillTx/>
                <a:latin typeface="Times New Roman"/>
              </a:rPr>
              <a:t> </a:t>
            </a:r>
            <a:endParaRPr b="0" lang="es-ES" sz="1400" strike="noStrike" u="none">
              <a:solidFill>
                <a:srgbClr val="ffffff"/>
              </a:solidFill>
              <a:uFillTx/>
              <a:latin typeface="Times New Roman"/>
            </a:endParaRPr>
          </a:p>
        </p:txBody>
      </p:sp>
      <p:sp>
        <p:nvSpPr>
          <p:cNvPr id="1240" name="PlaceHolder 4"/>
          <p:cNvSpPr>
            <a:spLocks noGrp="1"/>
          </p:cNvSpPr>
          <p:nvPr>
            <p:ph type="ftr" idx="29"/>
          </p:nvPr>
        </p:nvSpPr>
        <p:spPr>
          <a:xfrm>
            <a:off x="684360" y="6172200"/>
            <a:ext cx="7543440" cy="364680"/>
          </a:xfrm>
          <a:prstGeom prst="rect">
            <a:avLst/>
          </a:prstGeom>
          <a:noFill/>
          <a:ln w="0">
            <a:noFill/>
          </a:ln>
        </p:spPr>
        <p:txBody>
          <a:bodyPr lIns="91440" rIns="91440" tIns="45720" bIns="45720" anchor="t">
            <a:noAutofit/>
          </a:bodyPr>
          <a:lstStyle>
            <a:lvl1pPr indent="0" algn="ctr">
              <a:buNone/>
              <a:defRPr b="0" lang="es-ES" sz="1400" strike="noStrike" u="none">
                <a:solidFill>
                  <a:srgbClr val="ffffff"/>
                </a:solidFill>
                <a:uFillTx/>
                <a:latin typeface="Times New Roman"/>
              </a:defRPr>
            </a:lvl1pPr>
          </a:lstStyle>
          <a:p>
            <a:pPr indent="0" algn="ctr">
              <a:buNone/>
            </a:pPr>
            <a:r>
              <a:rPr b="0" lang="es-ES" sz="1400" strike="noStrike" u="none">
                <a:solidFill>
                  <a:srgbClr val="ffffff"/>
                </a:solidFill>
                <a:uFillTx/>
                <a:latin typeface="Times New Roman"/>
              </a:rPr>
              <a:t> </a:t>
            </a:r>
            <a:endParaRPr b="0" lang="es-ES" sz="1400" strike="noStrike" u="none">
              <a:solidFill>
                <a:srgbClr val="ffffff"/>
              </a:solidFill>
              <a:uFillTx/>
              <a:latin typeface="Times New Roman"/>
            </a:endParaRPr>
          </a:p>
        </p:txBody>
      </p:sp>
      <p:sp>
        <p:nvSpPr>
          <p:cNvPr id="1241" name="PlaceHolder 5"/>
          <p:cNvSpPr>
            <a:spLocks noGrp="1"/>
          </p:cNvSpPr>
          <p:nvPr>
            <p:ph type="sldNum" idx="30"/>
          </p:nvPr>
        </p:nvSpPr>
        <p:spPr>
          <a:xfrm>
            <a:off x="10363320" y="5578560"/>
            <a:ext cx="1141920" cy="6696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3200" strike="noStrike" u="none">
                <a:solidFill>
                  <a:schemeClr val="dk2">
                    <a:lumMod val="50000"/>
                  </a:schemeClr>
                </a:solidFill>
                <a:uFillTx/>
                <a:latin typeface="Century Gothic"/>
                <a:ea typeface="Arial"/>
              </a:defRPr>
            </a:lvl1pPr>
          </a:lstStyle>
          <a:p>
            <a:pPr indent="0" algn="r">
              <a:lnSpc>
                <a:spcPct val="100000"/>
              </a:lnSpc>
              <a:buNone/>
              <a:tabLst>
                <a:tab algn="l" pos="0"/>
              </a:tabLst>
            </a:pPr>
            <a:fld id="{51B41970-BEE6-41C1-ADF1-9ACD73585549}" type="slidenum">
              <a:rPr b="0" lang="es-ES" sz="3200" strike="noStrike" u="none">
                <a:solidFill>
                  <a:schemeClr val="dk2">
                    <a:lumMod val="50000"/>
                  </a:schemeClr>
                </a:solidFill>
                <a:uFillTx/>
                <a:latin typeface="Century Gothic"/>
                <a:ea typeface="Arial"/>
              </a:rPr>
              <a:t>1</a:t>
            </a:fld>
            <a:endParaRPr b="0" lang="es-ES" sz="3200" strike="noStrike" u="none">
              <a:solidFill>
                <a:srgbClr val="ffffff"/>
              </a:solidFill>
              <a:uFillTx/>
              <a:latin typeface="Times New Roman"/>
            </a:endParaRPr>
          </a:p>
        </p:txBody>
      </p:sp>
    </p:spTree>
  </p:cSld>
  <p:clrMap bg1="dk1" tx1="lt1" bg2="dk2" tx2="lt2" accent1="accent1" accent2="accent2" accent3="accent3" accent4="accent4" accent5="accent5" accent6="accent6" hlink="hlink" folHlink="folHlink"/>
  <p:sldLayoutIdLst>
    <p:sldLayoutId id="2147483717" r:id="rId2"/>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244" name="Group 6"/>
          <p:cNvGrpSpPr/>
          <p:nvPr/>
        </p:nvGrpSpPr>
        <p:grpSpPr>
          <a:xfrm>
            <a:off x="9206640" y="2963160"/>
            <a:ext cx="2981880" cy="3209040"/>
            <a:chOff x="9206640" y="2963160"/>
            <a:chExt cx="2981880" cy="3209040"/>
          </a:xfrm>
        </p:grpSpPr>
        <p:cxnSp>
          <p:nvCxnSpPr>
            <p:cNvPr id="1245"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246"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247"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248"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249"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250" name="PlaceHolder 1"/>
          <p:cNvSpPr>
            <a:spLocks noGrp="1"/>
          </p:cNvSpPr>
          <p:nvPr>
            <p:ph type="title"/>
          </p:nvPr>
        </p:nvSpPr>
        <p:spPr>
          <a:xfrm>
            <a:off x="684360" y="2006640"/>
            <a:ext cx="8534160" cy="2281320"/>
          </a:xfrm>
          <a:prstGeom prst="rect">
            <a:avLst/>
          </a:prstGeom>
          <a:noFill/>
          <a:ln w="0">
            <a:noFill/>
          </a:ln>
        </p:spPr>
        <p:txBody>
          <a:bodyPr lIns="91440" rIns="91440" tIns="45720" bIns="45720" anchor="b">
            <a:normAutofit/>
          </a:bodyPr>
          <a:p>
            <a:pPr indent="0" defTabSz="457200">
              <a:lnSpc>
                <a:spcPct val="100000"/>
              </a:lnSpc>
              <a:buNone/>
            </a:pPr>
            <a:r>
              <a:rPr b="0" lang="es-ES" sz="3600" strike="noStrike" u="none" cap="all">
                <a:solidFill>
                  <a:schemeClr val="lt1"/>
                </a:solidFill>
                <a:uFillTx/>
                <a:latin typeface="Century Gothic"/>
              </a:rPr>
              <a:t>Haga clic para modificar el estilo de título del patrón</a:t>
            </a:r>
            <a:endParaRPr b="0" lang="es-ES" sz="3600" strike="noStrike" u="none">
              <a:solidFill>
                <a:srgbClr val="000000"/>
              </a:solidFill>
              <a:uFillTx/>
              <a:latin typeface="Arial"/>
            </a:endParaRPr>
          </a:p>
        </p:txBody>
      </p:sp>
      <p:sp>
        <p:nvSpPr>
          <p:cNvPr id="1251" name="PlaceHolder 2"/>
          <p:cNvSpPr>
            <a:spLocks noGrp="1"/>
          </p:cNvSpPr>
          <p:nvPr>
            <p:ph type="body"/>
          </p:nvPr>
        </p:nvSpPr>
        <p:spPr>
          <a:xfrm>
            <a:off x="684360" y="4495680"/>
            <a:ext cx="8534160" cy="1498320"/>
          </a:xfrm>
          <a:prstGeom prst="rect">
            <a:avLst/>
          </a:prstGeom>
          <a:noFill/>
          <a:ln w="0">
            <a:noFill/>
          </a:ln>
        </p:spPr>
        <p:txBody>
          <a:bodyPr lIns="91440" rIns="91440" tIns="45720" bIns="45720" anchor="t">
            <a:normAutofit/>
          </a:bodyPr>
          <a:p>
            <a:pPr indent="0" defTabSz="457200">
              <a:lnSpc>
                <a:spcPct val="100000"/>
              </a:lnSpc>
              <a:spcBef>
                <a:spcPts val="360"/>
              </a:spcBef>
              <a:spcAft>
                <a:spcPts val="601"/>
              </a:spcAft>
              <a:buNone/>
              <a:tabLst>
                <a:tab algn="l" pos="0"/>
              </a:tabLst>
            </a:pPr>
            <a:r>
              <a:rPr b="0" lang="es-ES" sz="1800" strike="noStrike" u="none">
                <a:solidFill>
                  <a:schemeClr val="dk2">
                    <a:lumMod val="75000"/>
                  </a:schemeClr>
                </a:solidFill>
                <a:uFillTx/>
                <a:latin typeface="Century Gothic"/>
              </a:rPr>
              <a:t>Editar el estilo de texto del patrón</a:t>
            </a:r>
            <a:endParaRPr b="0" lang="es-ES" sz="1800" strike="noStrike" u="none">
              <a:solidFill>
                <a:schemeClr val="dk2">
                  <a:lumMod val="75000"/>
                </a:schemeClr>
              </a:solidFill>
              <a:uFillTx/>
              <a:latin typeface="Century Gothic"/>
            </a:endParaRPr>
          </a:p>
        </p:txBody>
      </p:sp>
      <p:sp>
        <p:nvSpPr>
          <p:cNvPr id="1252" name="PlaceHolder 3"/>
          <p:cNvSpPr>
            <a:spLocks noGrp="1"/>
          </p:cNvSpPr>
          <p:nvPr>
            <p:ph type="dt" idx="31"/>
          </p:nvPr>
        </p:nvSpPr>
        <p:spPr>
          <a:xfrm>
            <a:off x="9904320" y="6172200"/>
            <a:ext cx="1599840" cy="364680"/>
          </a:xfrm>
          <a:prstGeom prst="rect">
            <a:avLst/>
          </a:prstGeom>
          <a:noFill/>
          <a:ln w="0">
            <a:noFill/>
          </a:ln>
        </p:spPr>
        <p:txBody>
          <a:bodyPr lIns="91440" rIns="91440" tIns="45720" bIns="45720" anchor="t">
            <a:noAutofit/>
          </a:bodyPr>
          <a:lstStyle>
            <a:lvl1pPr indent="0">
              <a:buNone/>
              <a:defRPr b="0" lang="es-ES" sz="1400" strike="noStrike" u="none">
                <a:solidFill>
                  <a:srgbClr val="ffffff"/>
                </a:solidFill>
                <a:uFillTx/>
                <a:latin typeface="Times New Roman"/>
              </a:defRPr>
            </a:lvl1pPr>
          </a:lstStyle>
          <a:p>
            <a:pPr indent="0">
              <a:buNone/>
            </a:pPr>
            <a:r>
              <a:rPr b="0" lang="es-ES" sz="1400" strike="noStrike" u="none">
                <a:solidFill>
                  <a:srgbClr val="ffffff"/>
                </a:solidFill>
                <a:uFillTx/>
                <a:latin typeface="Times New Roman"/>
              </a:rPr>
              <a:t>&lt;fecha/hora&gt;</a:t>
            </a:r>
            <a:endParaRPr b="0" lang="es-ES" sz="1400" strike="noStrike" u="none">
              <a:solidFill>
                <a:srgbClr val="ffffff"/>
              </a:solidFill>
              <a:uFillTx/>
              <a:latin typeface="Times New Roman"/>
            </a:endParaRPr>
          </a:p>
        </p:txBody>
      </p:sp>
      <p:sp>
        <p:nvSpPr>
          <p:cNvPr id="1253" name="PlaceHolder 4"/>
          <p:cNvSpPr>
            <a:spLocks noGrp="1"/>
          </p:cNvSpPr>
          <p:nvPr>
            <p:ph type="ftr" idx="32"/>
          </p:nvPr>
        </p:nvSpPr>
        <p:spPr>
          <a:xfrm>
            <a:off x="684360" y="6172200"/>
            <a:ext cx="7543440" cy="364680"/>
          </a:xfrm>
          <a:prstGeom prst="rect">
            <a:avLst/>
          </a:prstGeom>
          <a:noFill/>
          <a:ln w="0">
            <a:noFill/>
          </a:ln>
        </p:spPr>
        <p:txBody>
          <a:bodyPr lIns="91440" rIns="91440" tIns="45720" bIns="45720" anchor="t">
            <a:noAutofit/>
          </a:bodyPr>
          <a:lstStyle>
            <a:lvl1pPr indent="0" algn="ctr">
              <a:buNone/>
              <a:defRPr b="0" lang="es-ES" sz="1400" strike="noStrike" u="none">
                <a:solidFill>
                  <a:srgbClr val="ffffff"/>
                </a:solidFill>
                <a:uFillTx/>
                <a:latin typeface="Times New Roman"/>
              </a:defRPr>
            </a:lvl1pPr>
          </a:lstStyle>
          <a:p>
            <a:pPr indent="0" algn="ctr">
              <a:buNone/>
            </a:pPr>
            <a:r>
              <a:rPr b="0" lang="es-ES" sz="1400" strike="noStrike" u="none">
                <a:solidFill>
                  <a:srgbClr val="ffffff"/>
                </a:solidFill>
                <a:uFillTx/>
                <a:latin typeface="Times New Roman"/>
              </a:rPr>
              <a:t>&lt;pie de página&gt;</a:t>
            </a:r>
            <a:endParaRPr b="0" lang="es-ES" sz="1400" strike="noStrike" u="none">
              <a:solidFill>
                <a:srgbClr val="ffffff"/>
              </a:solidFill>
              <a:uFillTx/>
              <a:latin typeface="Times New Roman"/>
            </a:endParaRPr>
          </a:p>
        </p:txBody>
      </p:sp>
      <p:sp>
        <p:nvSpPr>
          <p:cNvPr id="1254" name="PlaceHolder 5"/>
          <p:cNvSpPr>
            <a:spLocks noGrp="1"/>
          </p:cNvSpPr>
          <p:nvPr>
            <p:ph type="sldNum" idx="33"/>
          </p:nvPr>
        </p:nvSpPr>
        <p:spPr>
          <a:xfrm>
            <a:off x="10363320" y="5578560"/>
            <a:ext cx="1141920" cy="6696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3200" strike="noStrike" u="none">
                <a:solidFill>
                  <a:schemeClr val="dk2">
                    <a:lumMod val="50000"/>
                  </a:schemeClr>
                </a:solidFill>
                <a:uFillTx/>
                <a:latin typeface="Century Gothic"/>
                <a:ea typeface="Arial"/>
              </a:defRPr>
            </a:lvl1pPr>
          </a:lstStyle>
          <a:p>
            <a:pPr indent="0" algn="r">
              <a:lnSpc>
                <a:spcPct val="100000"/>
              </a:lnSpc>
              <a:buNone/>
              <a:tabLst>
                <a:tab algn="l" pos="0"/>
              </a:tabLst>
            </a:pPr>
            <a:fld id="{7FCCCFD6-80F2-49D1-A754-BA26B862DCE9}" type="slidenum">
              <a:rPr b="0" lang="es-ES" sz="3200" strike="noStrike" u="none">
                <a:solidFill>
                  <a:schemeClr val="dk2">
                    <a:lumMod val="50000"/>
                  </a:schemeClr>
                </a:solidFill>
                <a:uFillTx/>
                <a:latin typeface="Century Gothic"/>
                <a:ea typeface="Arial"/>
              </a:rPr>
              <a:t>&lt;número&gt;</a:t>
            </a:fld>
            <a:endParaRPr b="0" lang="es-ES" sz="3200" strike="noStrike" u="none">
              <a:solidFill>
                <a:srgbClr val="ffffff"/>
              </a:solidFill>
              <a:uFillTx/>
              <a:latin typeface="Times New Roman"/>
            </a:endParaRPr>
          </a:p>
        </p:txBody>
      </p:sp>
    </p:spTree>
  </p:cSld>
  <p:clrMap bg1="dk1" tx1="lt1" bg2="dk2" tx2="lt2" accent1="accent1" accent2="accent2" accent3="accent3" accent4="accent4" accent5="accent5" accent6="accent6" hlink="hlink" folHlink="folHlink"/>
  <p:sldLayoutIdLst>
    <p:sldLayoutId id="2147483719" r:id="rId2"/>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255" name="Group 6"/>
          <p:cNvGrpSpPr/>
          <p:nvPr/>
        </p:nvGrpSpPr>
        <p:grpSpPr>
          <a:xfrm>
            <a:off x="9206640" y="2963160"/>
            <a:ext cx="2981880" cy="3209040"/>
            <a:chOff x="9206640" y="2963160"/>
            <a:chExt cx="2981880" cy="3209040"/>
          </a:xfrm>
        </p:grpSpPr>
        <p:cxnSp>
          <p:nvCxnSpPr>
            <p:cNvPr id="1256"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257"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258"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259"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260"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261" name="PlaceHolder 1"/>
          <p:cNvSpPr>
            <a:spLocks noGrp="1"/>
          </p:cNvSpPr>
          <p:nvPr>
            <p:ph type="title"/>
          </p:nvPr>
        </p:nvSpPr>
        <p:spPr>
          <a:xfrm>
            <a:off x="684360" y="4487400"/>
            <a:ext cx="8534160" cy="1506600"/>
          </a:xfrm>
          <a:prstGeom prst="rect">
            <a:avLst/>
          </a:prstGeom>
          <a:noFill/>
          <a:ln w="0">
            <a:noFill/>
          </a:ln>
        </p:spPr>
        <p:txBody>
          <a:bodyPr lIns="91440" rIns="91440" tIns="45720" bIns="45720" anchor="ctr">
            <a:noAutofit/>
          </a:bodyPr>
          <a:p>
            <a:pPr indent="0" defTabSz="457200">
              <a:lnSpc>
                <a:spcPct val="100000"/>
              </a:lnSpc>
              <a:buNone/>
            </a:pPr>
            <a:r>
              <a:rPr b="0" lang="es-ES" sz="3600" strike="noStrike" u="none" cap="all">
                <a:solidFill>
                  <a:schemeClr val="lt1"/>
                </a:solidFill>
                <a:uFillTx/>
                <a:latin typeface="Century Gothic"/>
              </a:rPr>
              <a:t>Haga clic para modificar el estilo de título del patrón</a:t>
            </a:r>
            <a:endParaRPr b="0" lang="es-ES" sz="3600" strike="noStrike" u="none">
              <a:solidFill>
                <a:srgbClr val="000000"/>
              </a:solidFill>
              <a:uFillTx/>
              <a:latin typeface="Arial"/>
            </a:endParaRPr>
          </a:p>
        </p:txBody>
      </p:sp>
      <p:sp>
        <p:nvSpPr>
          <p:cNvPr id="1262" name="PlaceHolder 2"/>
          <p:cNvSpPr>
            <a:spLocks noGrp="1"/>
          </p:cNvSpPr>
          <p:nvPr>
            <p:ph type="body"/>
          </p:nvPr>
        </p:nvSpPr>
        <p:spPr>
          <a:xfrm>
            <a:off x="684360" y="685800"/>
            <a:ext cx="4937400" cy="3614760"/>
          </a:xfrm>
          <a:prstGeom prst="rect">
            <a:avLst/>
          </a:prstGeom>
          <a:noFill/>
          <a:ln w="0">
            <a:noFill/>
          </a:ln>
        </p:spPr>
        <p:txBody>
          <a:bodyPr lIns="91440" rIns="91440" tIns="45720" bIns="45720" anchor="ctr">
            <a:normAutofit/>
          </a:bodyPr>
          <a:p>
            <a:pPr marL="285840" indent="-285840" defTabSz="457200">
              <a:lnSpc>
                <a:spcPct val="100000"/>
              </a:lnSpc>
              <a:spcBef>
                <a:spcPts val="400"/>
              </a:spcBef>
              <a:spcAft>
                <a:spcPts val="601"/>
              </a:spcAft>
              <a:buClr>
                <a:srgbClr val="ffffff"/>
              </a:buClr>
              <a:buSzPct val="80000"/>
              <a:buFont typeface="Wingdings 3" charset="2"/>
              <a:buChar char=""/>
            </a:pPr>
            <a:r>
              <a:rPr b="0" lang="es-ES" sz="2000" strike="noStrike" u="none">
                <a:solidFill>
                  <a:schemeClr val="dk2">
                    <a:lumMod val="75000"/>
                  </a:schemeClr>
                </a:solidFill>
                <a:uFillTx/>
                <a:latin typeface="Century Gothic"/>
              </a:rPr>
              <a:t>Editar el estilo de texto del patrón</a:t>
            </a:r>
            <a:endParaRPr b="0" lang="es-ES" sz="2000" strike="noStrike" u="none">
              <a:solidFill>
                <a:schemeClr val="dk2">
                  <a:lumMod val="75000"/>
                </a:schemeClr>
              </a:solidFill>
              <a:uFillTx/>
              <a:latin typeface="Century Gothic"/>
            </a:endParaRPr>
          </a:p>
          <a:p>
            <a:pPr lvl="1" marL="743040" indent="-285840" defTabSz="457200">
              <a:lnSpc>
                <a:spcPct val="100000"/>
              </a:lnSpc>
              <a:spcBef>
                <a:spcPts val="360"/>
              </a:spcBef>
              <a:spcAft>
                <a:spcPts val="601"/>
              </a:spcAft>
              <a:buClr>
                <a:srgbClr val="ffffff"/>
              </a:buClr>
              <a:buSzPct val="80000"/>
              <a:buFont typeface="Wingdings 3" charset="2"/>
              <a:buChar char=""/>
            </a:pPr>
            <a:r>
              <a:rPr b="0" lang="es-ES" sz="1800" strike="noStrike" u="none">
                <a:solidFill>
                  <a:schemeClr val="dk2">
                    <a:lumMod val="75000"/>
                  </a:schemeClr>
                </a:solidFill>
                <a:uFillTx/>
                <a:latin typeface="Century Gothic"/>
              </a:rPr>
              <a:t>Segundo nivel</a:t>
            </a:r>
            <a:endParaRPr b="0" lang="es-ES" sz="1800" strike="noStrike" u="none">
              <a:solidFill>
                <a:schemeClr val="dk2">
                  <a:lumMod val="75000"/>
                </a:schemeClr>
              </a:solidFill>
              <a:uFillTx/>
              <a:latin typeface="Century Gothic"/>
            </a:endParaRPr>
          </a:p>
          <a:p>
            <a:pPr lvl="2" marL="1200240" indent="-285840" defTabSz="457200">
              <a:lnSpc>
                <a:spcPct val="100000"/>
              </a:lnSpc>
              <a:spcBef>
                <a:spcPts val="320"/>
              </a:spcBef>
              <a:spcAft>
                <a:spcPts val="601"/>
              </a:spcAft>
              <a:buClr>
                <a:srgbClr val="ffffff"/>
              </a:buClr>
              <a:buSzPct val="80000"/>
              <a:buFont typeface="Wingdings 3" charset="2"/>
              <a:buChar char=""/>
            </a:pPr>
            <a:r>
              <a:rPr b="0" lang="es-ES" sz="1600" strike="noStrike" u="none">
                <a:solidFill>
                  <a:schemeClr val="dk2">
                    <a:lumMod val="75000"/>
                  </a:schemeClr>
                </a:solidFill>
                <a:uFillTx/>
                <a:latin typeface="Century Gothic"/>
              </a:rPr>
              <a:t>Tercer nivel</a:t>
            </a:r>
            <a:endParaRPr b="0" lang="es-ES" sz="1600" strike="noStrike" u="none">
              <a:solidFill>
                <a:schemeClr val="dk2">
                  <a:lumMod val="75000"/>
                </a:schemeClr>
              </a:solidFill>
              <a:uFillTx/>
              <a:latin typeface="Century Gothic"/>
            </a:endParaRPr>
          </a:p>
          <a:p>
            <a:pPr lvl="3" marL="1542960" indent="-171360" defTabSz="457200">
              <a:lnSpc>
                <a:spcPct val="100000"/>
              </a:lnSpc>
              <a:spcBef>
                <a:spcPts val="281"/>
              </a:spcBef>
              <a:spcAft>
                <a:spcPts val="601"/>
              </a:spcAft>
              <a:buClr>
                <a:srgbClr val="ffffff"/>
              </a:buClr>
              <a:buSzPct val="80000"/>
              <a:buFont typeface="Wingdings 3" charset="2"/>
              <a:buChar char=""/>
            </a:pPr>
            <a:r>
              <a:rPr b="0" lang="es-ES" sz="1400" strike="noStrike" u="none">
                <a:solidFill>
                  <a:schemeClr val="dk2">
                    <a:lumMod val="75000"/>
                  </a:schemeClr>
                </a:solidFill>
                <a:uFillTx/>
                <a:latin typeface="Century Gothic"/>
              </a:rPr>
              <a:t>Cuarto nivel</a:t>
            </a:r>
            <a:endParaRPr b="0" lang="es-ES" sz="1400" strike="noStrike" u="none">
              <a:solidFill>
                <a:schemeClr val="dk2">
                  <a:lumMod val="75000"/>
                </a:schemeClr>
              </a:solidFill>
              <a:uFillTx/>
              <a:latin typeface="Century Gothic"/>
            </a:endParaRPr>
          </a:p>
          <a:p>
            <a:pPr lvl="4" marL="2000160" indent="-171360" defTabSz="457200">
              <a:lnSpc>
                <a:spcPct val="100000"/>
              </a:lnSpc>
              <a:spcBef>
                <a:spcPts val="281"/>
              </a:spcBef>
              <a:spcAft>
                <a:spcPts val="601"/>
              </a:spcAft>
              <a:buClr>
                <a:srgbClr val="ffffff"/>
              </a:buClr>
              <a:buSzPct val="80000"/>
              <a:buFont typeface="Wingdings 3" charset="2"/>
              <a:buChar char=""/>
            </a:pPr>
            <a:r>
              <a:rPr b="0" lang="es-ES" sz="1400" strike="noStrike" u="none">
                <a:solidFill>
                  <a:schemeClr val="dk2">
                    <a:lumMod val="75000"/>
                  </a:schemeClr>
                </a:solidFill>
                <a:uFillTx/>
                <a:latin typeface="Century Gothic"/>
              </a:rPr>
              <a:t>Quinto nivel</a:t>
            </a:r>
            <a:endParaRPr b="0" lang="es-ES" sz="1400" strike="noStrike" u="none">
              <a:solidFill>
                <a:schemeClr val="dk2">
                  <a:lumMod val="75000"/>
                </a:schemeClr>
              </a:solidFill>
              <a:uFillTx/>
              <a:latin typeface="Century Gothic"/>
            </a:endParaRPr>
          </a:p>
        </p:txBody>
      </p:sp>
      <p:sp>
        <p:nvSpPr>
          <p:cNvPr id="1263" name="PlaceHolder 3"/>
          <p:cNvSpPr>
            <a:spLocks noGrp="1"/>
          </p:cNvSpPr>
          <p:nvPr>
            <p:ph type="body"/>
          </p:nvPr>
        </p:nvSpPr>
        <p:spPr>
          <a:xfrm>
            <a:off x="5808240" y="685800"/>
            <a:ext cx="4934160" cy="3614760"/>
          </a:xfrm>
          <a:prstGeom prst="rect">
            <a:avLst/>
          </a:prstGeom>
          <a:noFill/>
          <a:ln w="0">
            <a:noFill/>
          </a:ln>
        </p:spPr>
        <p:txBody>
          <a:bodyPr lIns="91440" rIns="91440" tIns="45720" bIns="45720" anchor="ctr">
            <a:normAutofit/>
          </a:bodyPr>
          <a:p>
            <a:pPr marL="285840" indent="-285840" defTabSz="457200">
              <a:lnSpc>
                <a:spcPct val="100000"/>
              </a:lnSpc>
              <a:spcBef>
                <a:spcPts val="400"/>
              </a:spcBef>
              <a:spcAft>
                <a:spcPts val="601"/>
              </a:spcAft>
              <a:buClr>
                <a:srgbClr val="ffffff"/>
              </a:buClr>
              <a:buSzPct val="80000"/>
              <a:buFont typeface="Wingdings 3" charset="2"/>
              <a:buChar char=""/>
            </a:pPr>
            <a:r>
              <a:rPr b="0" lang="es-ES" sz="2000" strike="noStrike" u="none">
                <a:solidFill>
                  <a:schemeClr val="dk2">
                    <a:lumMod val="75000"/>
                  </a:schemeClr>
                </a:solidFill>
                <a:uFillTx/>
                <a:latin typeface="Century Gothic"/>
              </a:rPr>
              <a:t>Editar el estilo de texto del patrón</a:t>
            </a:r>
            <a:endParaRPr b="0" lang="es-ES" sz="2000" strike="noStrike" u="none">
              <a:solidFill>
                <a:schemeClr val="dk2">
                  <a:lumMod val="75000"/>
                </a:schemeClr>
              </a:solidFill>
              <a:uFillTx/>
              <a:latin typeface="Century Gothic"/>
            </a:endParaRPr>
          </a:p>
          <a:p>
            <a:pPr lvl="1" marL="743040" indent="-285840" defTabSz="457200">
              <a:lnSpc>
                <a:spcPct val="100000"/>
              </a:lnSpc>
              <a:spcBef>
                <a:spcPts val="360"/>
              </a:spcBef>
              <a:spcAft>
                <a:spcPts val="601"/>
              </a:spcAft>
              <a:buClr>
                <a:srgbClr val="ffffff"/>
              </a:buClr>
              <a:buSzPct val="80000"/>
              <a:buFont typeface="Wingdings 3" charset="2"/>
              <a:buChar char=""/>
            </a:pPr>
            <a:r>
              <a:rPr b="0" lang="es-ES" sz="1800" strike="noStrike" u="none">
                <a:solidFill>
                  <a:schemeClr val="dk2">
                    <a:lumMod val="75000"/>
                  </a:schemeClr>
                </a:solidFill>
                <a:uFillTx/>
                <a:latin typeface="Century Gothic"/>
              </a:rPr>
              <a:t>Segundo nivel</a:t>
            </a:r>
            <a:endParaRPr b="0" lang="es-ES" sz="1800" strike="noStrike" u="none">
              <a:solidFill>
                <a:schemeClr val="dk2">
                  <a:lumMod val="75000"/>
                </a:schemeClr>
              </a:solidFill>
              <a:uFillTx/>
              <a:latin typeface="Century Gothic"/>
            </a:endParaRPr>
          </a:p>
          <a:p>
            <a:pPr lvl="2" marL="1200240" indent="-285840" defTabSz="457200">
              <a:lnSpc>
                <a:spcPct val="100000"/>
              </a:lnSpc>
              <a:spcBef>
                <a:spcPts val="320"/>
              </a:spcBef>
              <a:spcAft>
                <a:spcPts val="601"/>
              </a:spcAft>
              <a:buClr>
                <a:srgbClr val="ffffff"/>
              </a:buClr>
              <a:buSzPct val="80000"/>
              <a:buFont typeface="Wingdings 3" charset="2"/>
              <a:buChar char=""/>
            </a:pPr>
            <a:r>
              <a:rPr b="0" lang="es-ES" sz="1600" strike="noStrike" u="none">
                <a:solidFill>
                  <a:schemeClr val="dk2">
                    <a:lumMod val="75000"/>
                  </a:schemeClr>
                </a:solidFill>
                <a:uFillTx/>
                <a:latin typeface="Century Gothic"/>
              </a:rPr>
              <a:t>Tercer nivel</a:t>
            </a:r>
            <a:endParaRPr b="0" lang="es-ES" sz="1600" strike="noStrike" u="none">
              <a:solidFill>
                <a:schemeClr val="dk2">
                  <a:lumMod val="75000"/>
                </a:schemeClr>
              </a:solidFill>
              <a:uFillTx/>
              <a:latin typeface="Century Gothic"/>
            </a:endParaRPr>
          </a:p>
          <a:p>
            <a:pPr lvl="3" marL="1542960" indent="-171360" defTabSz="457200">
              <a:lnSpc>
                <a:spcPct val="100000"/>
              </a:lnSpc>
              <a:spcBef>
                <a:spcPts val="281"/>
              </a:spcBef>
              <a:spcAft>
                <a:spcPts val="601"/>
              </a:spcAft>
              <a:buClr>
                <a:srgbClr val="ffffff"/>
              </a:buClr>
              <a:buSzPct val="80000"/>
              <a:buFont typeface="Wingdings 3" charset="2"/>
              <a:buChar char=""/>
            </a:pPr>
            <a:r>
              <a:rPr b="0" lang="es-ES" sz="1400" strike="noStrike" u="none">
                <a:solidFill>
                  <a:schemeClr val="dk2">
                    <a:lumMod val="75000"/>
                  </a:schemeClr>
                </a:solidFill>
                <a:uFillTx/>
                <a:latin typeface="Century Gothic"/>
              </a:rPr>
              <a:t>Cuarto nivel</a:t>
            </a:r>
            <a:endParaRPr b="0" lang="es-ES" sz="1400" strike="noStrike" u="none">
              <a:solidFill>
                <a:schemeClr val="dk2">
                  <a:lumMod val="75000"/>
                </a:schemeClr>
              </a:solidFill>
              <a:uFillTx/>
              <a:latin typeface="Century Gothic"/>
            </a:endParaRPr>
          </a:p>
          <a:p>
            <a:pPr lvl="4" marL="2000160" indent="-171360" defTabSz="457200">
              <a:lnSpc>
                <a:spcPct val="100000"/>
              </a:lnSpc>
              <a:spcBef>
                <a:spcPts val="281"/>
              </a:spcBef>
              <a:spcAft>
                <a:spcPts val="601"/>
              </a:spcAft>
              <a:buClr>
                <a:srgbClr val="ffffff"/>
              </a:buClr>
              <a:buSzPct val="80000"/>
              <a:buFont typeface="Wingdings 3" charset="2"/>
              <a:buChar char=""/>
            </a:pPr>
            <a:r>
              <a:rPr b="0" lang="es-ES" sz="1400" strike="noStrike" u="none">
                <a:solidFill>
                  <a:schemeClr val="dk2">
                    <a:lumMod val="75000"/>
                  </a:schemeClr>
                </a:solidFill>
                <a:uFillTx/>
                <a:latin typeface="Century Gothic"/>
              </a:rPr>
              <a:t>Quinto nivel</a:t>
            </a:r>
            <a:endParaRPr b="0" lang="es-ES" sz="1400" strike="noStrike" u="none">
              <a:solidFill>
                <a:schemeClr val="dk2">
                  <a:lumMod val="75000"/>
                </a:schemeClr>
              </a:solidFill>
              <a:uFillTx/>
              <a:latin typeface="Century Gothic"/>
            </a:endParaRPr>
          </a:p>
        </p:txBody>
      </p:sp>
      <p:sp>
        <p:nvSpPr>
          <p:cNvPr id="1264" name="PlaceHolder 4"/>
          <p:cNvSpPr>
            <a:spLocks noGrp="1"/>
          </p:cNvSpPr>
          <p:nvPr>
            <p:ph type="dt" idx="34"/>
          </p:nvPr>
        </p:nvSpPr>
        <p:spPr>
          <a:xfrm>
            <a:off x="9904320" y="6172200"/>
            <a:ext cx="1599840" cy="364680"/>
          </a:xfrm>
          <a:prstGeom prst="rect">
            <a:avLst/>
          </a:prstGeom>
          <a:noFill/>
          <a:ln w="0">
            <a:noFill/>
          </a:ln>
        </p:spPr>
        <p:txBody>
          <a:bodyPr lIns="91440" rIns="91440" tIns="45720" bIns="45720" anchor="t">
            <a:noAutofit/>
          </a:bodyPr>
          <a:lstStyle>
            <a:lvl1pPr indent="0">
              <a:buNone/>
              <a:defRPr b="0" lang="es-ES" sz="1400" strike="noStrike" u="none">
                <a:solidFill>
                  <a:srgbClr val="ffffff"/>
                </a:solidFill>
                <a:uFillTx/>
                <a:latin typeface="Times New Roman"/>
              </a:defRPr>
            </a:lvl1pPr>
          </a:lstStyle>
          <a:p>
            <a:pPr indent="0">
              <a:buNone/>
            </a:pPr>
            <a:r>
              <a:rPr b="0" lang="es-ES" sz="1400" strike="noStrike" u="none">
                <a:solidFill>
                  <a:srgbClr val="ffffff"/>
                </a:solidFill>
                <a:uFillTx/>
                <a:latin typeface="Times New Roman"/>
              </a:rPr>
              <a:t>&lt;fecha/hora&gt;</a:t>
            </a:r>
            <a:endParaRPr b="0" lang="es-ES" sz="1400" strike="noStrike" u="none">
              <a:solidFill>
                <a:srgbClr val="ffffff"/>
              </a:solidFill>
              <a:uFillTx/>
              <a:latin typeface="Times New Roman"/>
            </a:endParaRPr>
          </a:p>
        </p:txBody>
      </p:sp>
      <p:sp>
        <p:nvSpPr>
          <p:cNvPr id="1265" name="PlaceHolder 5"/>
          <p:cNvSpPr>
            <a:spLocks noGrp="1"/>
          </p:cNvSpPr>
          <p:nvPr>
            <p:ph type="ftr" idx="35"/>
          </p:nvPr>
        </p:nvSpPr>
        <p:spPr>
          <a:xfrm>
            <a:off x="684360" y="6172200"/>
            <a:ext cx="7543440" cy="364680"/>
          </a:xfrm>
          <a:prstGeom prst="rect">
            <a:avLst/>
          </a:prstGeom>
          <a:noFill/>
          <a:ln w="0">
            <a:noFill/>
          </a:ln>
        </p:spPr>
        <p:txBody>
          <a:bodyPr lIns="91440" rIns="91440" tIns="45720" bIns="45720" anchor="t">
            <a:noAutofit/>
          </a:bodyPr>
          <a:lstStyle>
            <a:lvl1pPr indent="0" algn="ctr">
              <a:buNone/>
              <a:defRPr b="0" lang="es-ES" sz="1400" strike="noStrike" u="none">
                <a:solidFill>
                  <a:srgbClr val="ffffff"/>
                </a:solidFill>
                <a:uFillTx/>
                <a:latin typeface="Times New Roman"/>
              </a:defRPr>
            </a:lvl1pPr>
          </a:lstStyle>
          <a:p>
            <a:pPr indent="0" algn="ctr">
              <a:buNone/>
            </a:pPr>
            <a:r>
              <a:rPr b="0" lang="es-ES" sz="1400" strike="noStrike" u="none">
                <a:solidFill>
                  <a:srgbClr val="ffffff"/>
                </a:solidFill>
                <a:uFillTx/>
                <a:latin typeface="Times New Roman"/>
              </a:rPr>
              <a:t>&lt;pie de página&gt;</a:t>
            </a:r>
            <a:endParaRPr b="0" lang="es-ES" sz="1400" strike="noStrike" u="none">
              <a:solidFill>
                <a:srgbClr val="ffffff"/>
              </a:solidFill>
              <a:uFillTx/>
              <a:latin typeface="Times New Roman"/>
            </a:endParaRPr>
          </a:p>
        </p:txBody>
      </p:sp>
      <p:sp>
        <p:nvSpPr>
          <p:cNvPr id="1266" name="PlaceHolder 6"/>
          <p:cNvSpPr>
            <a:spLocks noGrp="1"/>
          </p:cNvSpPr>
          <p:nvPr>
            <p:ph type="sldNum" idx="36"/>
          </p:nvPr>
        </p:nvSpPr>
        <p:spPr>
          <a:xfrm>
            <a:off x="10363320" y="5578560"/>
            <a:ext cx="1141920" cy="6696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3200" strike="noStrike" u="none">
                <a:solidFill>
                  <a:schemeClr val="dk2">
                    <a:lumMod val="50000"/>
                  </a:schemeClr>
                </a:solidFill>
                <a:uFillTx/>
                <a:latin typeface="Century Gothic"/>
                <a:ea typeface="Arial"/>
              </a:defRPr>
            </a:lvl1pPr>
          </a:lstStyle>
          <a:p>
            <a:pPr indent="0" algn="r">
              <a:lnSpc>
                <a:spcPct val="100000"/>
              </a:lnSpc>
              <a:buNone/>
              <a:tabLst>
                <a:tab algn="l" pos="0"/>
              </a:tabLst>
            </a:pPr>
            <a:fld id="{1E25519B-E7B6-4F30-B127-4B99B612BD30}" type="slidenum">
              <a:rPr b="0" lang="es-ES" sz="3200" strike="noStrike" u="none">
                <a:solidFill>
                  <a:schemeClr val="dk2">
                    <a:lumMod val="50000"/>
                  </a:schemeClr>
                </a:solidFill>
                <a:uFillTx/>
                <a:latin typeface="Century Gothic"/>
                <a:ea typeface="Arial"/>
              </a:rPr>
              <a:t>&lt;número&gt;</a:t>
            </a:fld>
            <a:endParaRPr b="0" lang="es-ES" sz="3200" strike="noStrike" u="none">
              <a:solidFill>
                <a:srgbClr val="ffffff"/>
              </a:solidFill>
              <a:uFillTx/>
              <a:latin typeface="Times New Roman"/>
            </a:endParaRPr>
          </a:p>
        </p:txBody>
      </p:sp>
    </p:spTree>
  </p:cSld>
  <p:clrMap bg1="dk1" tx1="lt1" bg2="dk2" tx2="lt2" accent1="accent1" accent2="accent2" accent3="accent3" accent4="accent4" accent5="accent5" accent6="accent6" hlink="hlink" folHlink="folHlink"/>
  <p:sldLayoutIdLst>
    <p:sldLayoutId id="2147483721" r:id="rId2"/>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270" name="Group 6"/>
          <p:cNvGrpSpPr/>
          <p:nvPr/>
        </p:nvGrpSpPr>
        <p:grpSpPr>
          <a:xfrm>
            <a:off x="9206640" y="2963160"/>
            <a:ext cx="2981880" cy="3209040"/>
            <a:chOff x="9206640" y="2963160"/>
            <a:chExt cx="2981880" cy="3209040"/>
          </a:xfrm>
        </p:grpSpPr>
        <p:cxnSp>
          <p:nvCxnSpPr>
            <p:cNvPr id="1271"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272"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273"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274"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275"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276" name="PlaceHolder 1"/>
          <p:cNvSpPr>
            <a:spLocks noGrp="1"/>
          </p:cNvSpPr>
          <p:nvPr>
            <p:ph type="title"/>
          </p:nvPr>
        </p:nvSpPr>
        <p:spPr>
          <a:xfrm>
            <a:off x="684360" y="4487400"/>
            <a:ext cx="8534160" cy="1506600"/>
          </a:xfrm>
          <a:prstGeom prst="rect">
            <a:avLst/>
          </a:prstGeom>
          <a:noFill/>
          <a:ln w="0">
            <a:noFill/>
          </a:ln>
        </p:spPr>
        <p:txBody>
          <a:bodyPr lIns="91440" rIns="91440" tIns="45720" bIns="45720" anchor="ctr">
            <a:noAutofit/>
          </a:bodyPr>
          <a:p>
            <a:pPr indent="0" defTabSz="457200">
              <a:lnSpc>
                <a:spcPct val="100000"/>
              </a:lnSpc>
              <a:buNone/>
            </a:pPr>
            <a:r>
              <a:rPr b="0" lang="es-ES" sz="3600" strike="noStrike" u="none" cap="all">
                <a:solidFill>
                  <a:schemeClr val="lt1"/>
                </a:solidFill>
                <a:uFillTx/>
                <a:latin typeface="Century Gothic"/>
              </a:rPr>
              <a:t>Haga clic para modificar el estilo de título del patrón</a:t>
            </a:r>
            <a:endParaRPr b="0" lang="es-ES" sz="3600" strike="noStrike" u="none">
              <a:solidFill>
                <a:srgbClr val="000000"/>
              </a:solidFill>
              <a:uFillTx/>
              <a:latin typeface="Arial"/>
            </a:endParaRPr>
          </a:p>
        </p:txBody>
      </p:sp>
      <p:sp>
        <p:nvSpPr>
          <p:cNvPr id="1277" name="PlaceHolder 2"/>
          <p:cNvSpPr>
            <a:spLocks noGrp="1"/>
          </p:cNvSpPr>
          <p:nvPr>
            <p:ph type="body"/>
          </p:nvPr>
        </p:nvSpPr>
        <p:spPr>
          <a:xfrm>
            <a:off x="972000" y="685800"/>
            <a:ext cx="4649400" cy="576000"/>
          </a:xfrm>
          <a:prstGeom prst="rect">
            <a:avLst/>
          </a:prstGeom>
          <a:noFill/>
          <a:ln w="0">
            <a:noFill/>
          </a:ln>
        </p:spPr>
        <p:txBody>
          <a:bodyPr lIns="91440" rIns="91440" tIns="45720" bIns="45720" anchor="b">
            <a:noAutofit/>
          </a:bodyPr>
          <a:p>
            <a:pPr indent="0" defTabSz="457200">
              <a:lnSpc>
                <a:spcPct val="100000"/>
              </a:lnSpc>
              <a:spcBef>
                <a:spcPts val="561"/>
              </a:spcBef>
              <a:spcAft>
                <a:spcPts val="601"/>
              </a:spcAft>
              <a:buNone/>
              <a:tabLst>
                <a:tab algn="l" pos="0"/>
              </a:tabLst>
            </a:pPr>
            <a:r>
              <a:rPr b="0" lang="es-ES" sz="2800" strike="noStrike" u="none">
                <a:solidFill>
                  <a:schemeClr val="lt1"/>
                </a:solidFill>
                <a:uFillTx/>
                <a:latin typeface="Century Gothic"/>
              </a:rPr>
              <a:t>Editar el estilo de texto del patrón</a:t>
            </a:r>
            <a:endParaRPr b="0" lang="es-ES" sz="2800" strike="noStrike" u="none">
              <a:solidFill>
                <a:schemeClr val="dk2">
                  <a:lumMod val="75000"/>
                </a:schemeClr>
              </a:solidFill>
              <a:uFillTx/>
              <a:latin typeface="Century Gothic"/>
            </a:endParaRPr>
          </a:p>
        </p:txBody>
      </p:sp>
      <p:sp>
        <p:nvSpPr>
          <p:cNvPr id="1278" name="PlaceHolder 3"/>
          <p:cNvSpPr>
            <a:spLocks noGrp="1"/>
          </p:cNvSpPr>
          <p:nvPr>
            <p:ph type="body"/>
          </p:nvPr>
        </p:nvSpPr>
        <p:spPr>
          <a:xfrm>
            <a:off x="684360" y="1270440"/>
            <a:ext cx="4937400" cy="3030120"/>
          </a:xfrm>
          <a:prstGeom prst="rect">
            <a:avLst/>
          </a:prstGeom>
          <a:noFill/>
          <a:ln w="0">
            <a:noFill/>
          </a:ln>
        </p:spPr>
        <p:txBody>
          <a:bodyPr lIns="91440" rIns="91440" tIns="45720" bIns="45720" anchor="t">
            <a:normAutofit/>
          </a:bodyPr>
          <a:p>
            <a:pPr marL="285840" indent="-285840" defTabSz="457200">
              <a:lnSpc>
                <a:spcPct val="100000"/>
              </a:lnSpc>
              <a:spcBef>
                <a:spcPts val="400"/>
              </a:spcBef>
              <a:spcAft>
                <a:spcPts val="601"/>
              </a:spcAft>
              <a:buClr>
                <a:srgbClr val="ffffff"/>
              </a:buClr>
              <a:buSzPct val="80000"/>
              <a:buFont typeface="Wingdings 3" charset="2"/>
              <a:buChar char=""/>
            </a:pPr>
            <a:r>
              <a:rPr b="0" lang="es-ES" sz="2000" strike="noStrike" u="none">
                <a:solidFill>
                  <a:schemeClr val="dk2">
                    <a:lumMod val="75000"/>
                  </a:schemeClr>
                </a:solidFill>
                <a:uFillTx/>
                <a:latin typeface="Century Gothic"/>
              </a:rPr>
              <a:t>Editar el estilo de texto del patrón</a:t>
            </a:r>
            <a:endParaRPr b="0" lang="es-ES" sz="2000" strike="noStrike" u="none">
              <a:solidFill>
                <a:schemeClr val="dk2">
                  <a:lumMod val="75000"/>
                </a:schemeClr>
              </a:solidFill>
              <a:uFillTx/>
              <a:latin typeface="Century Gothic"/>
            </a:endParaRPr>
          </a:p>
          <a:p>
            <a:pPr lvl="1" marL="743040" indent="-285840" defTabSz="457200">
              <a:lnSpc>
                <a:spcPct val="100000"/>
              </a:lnSpc>
              <a:spcBef>
                <a:spcPts val="360"/>
              </a:spcBef>
              <a:spcAft>
                <a:spcPts val="601"/>
              </a:spcAft>
              <a:buClr>
                <a:srgbClr val="ffffff"/>
              </a:buClr>
              <a:buSzPct val="80000"/>
              <a:buFont typeface="Wingdings 3" charset="2"/>
              <a:buChar char=""/>
            </a:pPr>
            <a:r>
              <a:rPr b="0" lang="es-ES" sz="1800" strike="noStrike" u="none">
                <a:solidFill>
                  <a:schemeClr val="dk2">
                    <a:lumMod val="75000"/>
                  </a:schemeClr>
                </a:solidFill>
                <a:uFillTx/>
                <a:latin typeface="Century Gothic"/>
              </a:rPr>
              <a:t>Segundo nivel</a:t>
            </a:r>
            <a:endParaRPr b="0" lang="es-ES" sz="1800" strike="noStrike" u="none">
              <a:solidFill>
                <a:schemeClr val="dk2">
                  <a:lumMod val="75000"/>
                </a:schemeClr>
              </a:solidFill>
              <a:uFillTx/>
              <a:latin typeface="Century Gothic"/>
            </a:endParaRPr>
          </a:p>
          <a:p>
            <a:pPr lvl="2" marL="1200240" indent="-285840" defTabSz="457200">
              <a:lnSpc>
                <a:spcPct val="100000"/>
              </a:lnSpc>
              <a:spcBef>
                <a:spcPts val="320"/>
              </a:spcBef>
              <a:spcAft>
                <a:spcPts val="601"/>
              </a:spcAft>
              <a:buClr>
                <a:srgbClr val="ffffff"/>
              </a:buClr>
              <a:buSzPct val="80000"/>
              <a:buFont typeface="Wingdings 3" charset="2"/>
              <a:buChar char=""/>
            </a:pPr>
            <a:r>
              <a:rPr b="0" lang="es-ES" sz="1600" strike="noStrike" u="none">
                <a:solidFill>
                  <a:schemeClr val="dk2">
                    <a:lumMod val="75000"/>
                  </a:schemeClr>
                </a:solidFill>
                <a:uFillTx/>
                <a:latin typeface="Century Gothic"/>
              </a:rPr>
              <a:t>Tercer nivel</a:t>
            </a:r>
            <a:endParaRPr b="0" lang="es-ES" sz="1600" strike="noStrike" u="none">
              <a:solidFill>
                <a:schemeClr val="dk2">
                  <a:lumMod val="75000"/>
                </a:schemeClr>
              </a:solidFill>
              <a:uFillTx/>
              <a:latin typeface="Century Gothic"/>
            </a:endParaRPr>
          </a:p>
          <a:p>
            <a:pPr lvl="3" marL="1542960" indent="-171360" defTabSz="457200">
              <a:lnSpc>
                <a:spcPct val="100000"/>
              </a:lnSpc>
              <a:spcBef>
                <a:spcPts val="281"/>
              </a:spcBef>
              <a:spcAft>
                <a:spcPts val="601"/>
              </a:spcAft>
              <a:buClr>
                <a:srgbClr val="ffffff"/>
              </a:buClr>
              <a:buSzPct val="80000"/>
              <a:buFont typeface="Wingdings 3" charset="2"/>
              <a:buChar char=""/>
            </a:pPr>
            <a:r>
              <a:rPr b="0" lang="es-ES" sz="1400" strike="noStrike" u="none">
                <a:solidFill>
                  <a:schemeClr val="dk2">
                    <a:lumMod val="75000"/>
                  </a:schemeClr>
                </a:solidFill>
                <a:uFillTx/>
                <a:latin typeface="Century Gothic"/>
              </a:rPr>
              <a:t>Cuarto nivel</a:t>
            </a:r>
            <a:endParaRPr b="0" lang="es-ES" sz="1400" strike="noStrike" u="none">
              <a:solidFill>
                <a:schemeClr val="dk2">
                  <a:lumMod val="75000"/>
                </a:schemeClr>
              </a:solidFill>
              <a:uFillTx/>
              <a:latin typeface="Century Gothic"/>
            </a:endParaRPr>
          </a:p>
          <a:p>
            <a:pPr lvl="4" marL="2000160" indent="-171360" defTabSz="457200">
              <a:lnSpc>
                <a:spcPct val="100000"/>
              </a:lnSpc>
              <a:spcBef>
                <a:spcPts val="281"/>
              </a:spcBef>
              <a:spcAft>
                <a:spcPts val="601"/>
              </a:spcAft>
              <a:buClr>
                <a:srgbClr val="ffffff"/>
              </a:buClr>
              <a:buSzPct val="80000"/>
              <a:buFont typeface="Wingdings 3" charset="2"/>
              <a:buChar char=""/>
            </a:pPr>
            <a:r>
              <a:rPr b="0" lang="es-ES" sz="1400" strike="noStrike" u="none">
                <a:solidFill>
                  <a:schemeClr val="dk2">
                    <a:lumMod val="75000"/>
                  </a:schemeClr>
                </a:solidFill>
                <a:uFillTx/>
                <a:latin typeface="Century Gothic"/>
              </a:rPr>
              <a:t>Quinto nivel</a:t>
            </a:r>
            <a:endParaRPr b="0" lang="es-ES" sz="1400" strike="noStrike" u="none">
              <a:solidFill>
                <a:schemeClr val="dk2">
                  <a:lumMod val="75000"/>
                </a:schemeClr>
              </a:solidFill>
              <a:uFillTx/>
              <a:latin typeface="Century Gothic"/>
            </a:endParaRPr>
          </a:p>
        </p:txBody>
      </p:sp>
      <p:sp>
        <p:nvSpPr>
          <p:cNvPr id="1279" name="PlaceHolder 4"/>
          <p:cNvSpPr>
            <a:spLocks noGrp="1"/>
          </p:cNvSpPr>
          <p:nvPr>
            <p:ph type="body"/>
          </p:nvPr>
        </p:nvSpPr>
        <p:spPr>
          <a:xfrm>
            <a:off x="6078960" y="685800"/>
            <a:ext cx="4664880" cy="576000"/>
          </a:xfrm>
          <a:prstGeom prst="rect">
            <a:avLst/>
          </a:prstGeom>
          <a:noFill/>
          <a:ln w="0">
            <a:noFill/>
          </a:ln>
        </p:spPr>
        <p:txBody>
          <a:bodyPr lIns="91440" rIns="91440" tIns="45720" bIns="45720" anchor="b">
            <a:noAutofit/>
          </a:bodyPr>
          <a:p>
            <a:pPr indent="0" defTabSz="457200">
              <a:lnSpc>
                <a:spcPct val="100000"/>
              </a:lnSpc>
              <a:spcBef>
                <a:spcPts val="561"/>
              </a:spcBef>
              <a:spcAft>
                <a:spcPts val="601"/>
              </a:spcAft>
              <a:buNone/>
              <a:tabLst>
                <a:tab algn="l" pos="0"/>
              </a:tabLst>
            </a:pPr>
            <a:r>
              <a:rPr b="0" lang="es-ES" sz="2800" strike="noStrike" u="none">
                <a:solidFill>
                  <a:schemeClr val="lt1"/>
                </a:solidFill>
                <a:uFillTx/>
                <a:latin typeface="Century Gothic"/>
              </a:rPr>
              <a:t>Editar el estilo de texto del patrón</a:t>
            </a:r>
            <a:endParaRPr b="0" lang="es-ES" sz="2800" strike="noStrike" u="none">
              <a:solidFill>
                <a:schemeClr val="dk2">
                  <a:lumMod val="75000"/>
                </a:schemeClr>
              </a:solidFill>
              <a:uFillTx/>
              <a:latin typeface="Century Gothic"/>
            </a:endParaRPr>
          </a:p>
        </p:txBody>
      </p:sp>
      <p:sp>
        <p:nvSpPr>
          <p:cNvPr id="1280" name="PlaceHolder 5"/>
          <p:cNvSpPr>
            <a:spLocks noGrp="1"/>
          </p:cNvSpPr>
          <p:nvPr>
            <p:ph type="body"/>
          </p:nvPr>
        </p:nvSpPr>
        <p:spPr>
          <a:xfrm>
            <a:off x="5806440" y="1262160"/>
            <a:ext cx="4928760" cy="3030120"/>
          </a:xfrm>
          <a:prstGeom prst="rect">
            <a:avLst/>
          </a:prstGeom>
          <a:noFill/>
          <a:ln w="0">
            <a:noFill/>
          </a:ln>
        </p:spPr>
        <p:txBody>
          <a:bodyPr lIns="91440" rIns="91440" tIns="45720" bIns="45720" anchor="t">
            <a:normAutofit/>
          </a:bodyPr>
          <a:p>
            <a:pPr marL="285840" indent="-285840" defTabSz="457200">
              <a:lnSpc>
                <a:spcPct val="100000"/>
              </a:lnSpc>
              <a:spcBef>
                <a:spcPts val="400"/>
              </a:spcBef>
              <a:spcAft>
                <a:spcPts val="601"/>
              </a:spcAft>
              <a:buClr>
                <a:srgbClr val="ffffff"/>
              </a:buClr>
              <a:buSzPct val="80000"/>
              <a:buFont typeface="Wingdings 3" charset="2"/>
              <a:buChar char=""/>
            </a:pPr>
            <a:r>
              <a:rPr b="0" lang="es-ES" sz="2000" strike="noStrike" u="none">
                <a:solidFill>
                  <a:schemeClr val="dk2">
                    <a:lumMod val="75000"/>
                  </a:schemeClr>
                </a:solidFill>
                <a:uFillTx/>
                <a:latin typeface="Century Gothic"/>
              </a:rPr>
              <a:t>Editar el estilo de texto del patrón</a:t>
            </a:r>
            <a:endParaRPr b="0" lang="es-ES" sz="2000" strike="noStrike" u="none">
              <a:solidFill>
                <a:schemeClr val="dk2">
                  <a:lumMod val="75000"/>
                </a:schemeClr>
              </a:solidFill>
              <a:uFillTx/>
              <a:latin typeface="Century Gothic"/>
            </a:endParaRPr>
          </a:p>
          <a:p>
            <a:pPr lvl="1" marL="743040" indent="-285840" defTabSz="457200">
              <a:lnSpc>
                <a:spcPct val="100000"/>
              </a:lnSpc>
              <a:spcBef>
                <a:spcPts val="360"/>
              </a:spcBef>
              <a:spcAft>
                <a:spcPts val="601"/>
              </a:spcAft>
              <a:buClr>
                <a:srgbClr val="ffffff"/>
              </a:buClr>
              <a:buSzPct val="80000"/>
              <a:buFont typeface="Wingdings 3" charset="2"/>
              <a:buChar char=""/>
            </a:pPr>
            <a:r>
              <a:rPr b="0" lang="es-ES" sz="1800" strike="noStrike" u="none">
                <a:solidFill>
                  <a:schemeClr val="dk2">
                    <a:lumMod val="75000"/>
                  </a:schemeClr>
                </a:solidFill>
                <a:uFillTx/>
                <a:latin typeface="Century Gothic"/>
              </a:rPr>
              <a:t>Segundo nivel</a:t>
            </a:r>
            <a:endParaRPr b="0" lang="es-ES" sz="1800" strike="noStrike" u="none">
              <a:solidFill>
                <a:schemeClr val="dk2">
                  <a:lumMod val="75000"/>
                </a:schemeClr>
              </a:solidFill>
              <a:uFillTx/>
              <a:latin typeface="Century Gothic"/>
            </a:endParaRPr>
          </a:p>
          <a:p>
            <a:pPr lvl="2" marL="1200240" indent="-285840" defTabSz="457200">
              <a:lnSpc>
                <a:spcPct val="100000"/>
              </a:lnSpc>
              <a:spcBef>
                <a:spcPts val="320"/>
              </a:spcBef>
              <a:spcAft>
                <a:spcPts val="601"/>
              </a:spcAft>
              <a:buClr>
                <a:srgbClr val="ffffff"/>
              </a:buClr>
              <a:buSzPct val="80000"/>
              <a:buFont typeface="Wingdings 3" charset="2"/>
              <a:buChar char=""/>
            </a:pPr>
            <a:r>
              <a:rPr b="0" lang="es-ES" sz="1600" strike="noStrike" u="none">
                <a:solidFill>
                  <a:schemeClr val="dk2">
                    <a:lumMod val="75000"/>
                  </a:schemeClr>
                </a:solidFill>
                <a:uFillTx/>
                <a:latin typeface="Century Gothic"/>
              </a:rPr>
              <a:t>Tercer nivel</a:t>
            </a:r>
            <a:endParaRPr b="0" lang="es-ES" sz="1600" strike="noStrike" u="none">
              <a:solidFill>
                <a:schemeClr val="dk2">
                  <a:lumMod val="75000"/>
                </a:schemeClr>
              </a:solidFill>
              <a:uFillTx/>
              <a:latin typeface="Century Gothic"/>
            </a:endParaRPr>
          </a:p>
          <a:p>
            <a:pPr lvl="3" marL="1542960" indent="-171360" defTabSz="457200">
              <a:lnSpc>
                <a:spcPct val="100000"/>
              </a:lnSpc>
              <a:spcBef>
                <a:spcPts val="281"/>
              </a:spcBef>
              <a:spcAft>
                <a:spcPts val="601"/>
              </a:spcAft>
              <a:buClr>
                <a:srgbClr val="ffffff"/>
              </a:buClr>
              <a:buSzPct val="80000"/>
              <a:buFont typeface="Wingdings 3" charset="2"/>
              <a:buChar char=""/>
            </a:pPr>
            <a:r>
              <a:rPr b="0" lang="es-ES" sz="1400" strike="noStrike" u="none">
                <a:solidFill>
                  <a:schemeClr val="dk2">
                    <a:lumMod val="75000"/>
                  </a:schemeClr>
                </a:solidFill>
                <a:uFillTx/>
                <a:latin typeface="Century Gothic"/>
              </a:rPr>
              <a:t>Cuarto nivel</a:t>
            </a:r>
            <a:endParaRPr b="0" lang="es-ES" sz="1400" strike="noStrike" u="none">
              <a:solidFill>
                <a:schemeClr val="dk2">
                  <a:lumMod val="75000"/>
                </a:schemeClr>
              </a:solidFill>
              <a:uFillTx/>
              <a:latin typeface="Century Gothic"/>
            </a:endParaRPr>
          </a:p>
          <a:p>
            <a:pPr lvl="4" marL="2000160" indent="-171360" defTabSz="457200">
              <a:lnSpc>
                <a:spcPct val="100000"/>
              </a:lnSpc>
              <a:spcBef>
                <a:spcPts val="281"/>
              </a:spcBef>
              <a:spcAft>
                <a:spcPts val="601"/>
              </a:spcAft>
              <a:buClr>
                <a:srgbClr val="ffffff"/>
              </a:buClr>
              <a:buSzPct val="80000"/>
              <a:buFont typeface="Wingdings 3" charset="2"/>
              <a:buChar char=""/>
            </a:pPr>
            <a:r>
              <a:rPr b="0" lang="es-ES" sz="1400" strike="noStrike" u="none">
                <a:solidFill>
                  <a:schemeClr val="dk2">
                    <a:lumMod val="75000"/>
                  </a:schemeClr>
                </a:solidFill>
                <a:uFillTx/>
                <a:latin typeface="Century Gothic"/>
              </a:rPr>
              <a:t>Quinto nivel</a:t>
            </a:r>
            <a:endParaRPr b="0" lang="es-ES" sz="1400" strike="noStrike" u="none">
              <a:solidFill>
                <a:schemeClr val="dk2">
                  <a:lumMod val="75000"/>
                </a:schemeClr>
              </a:solidFill>
              <a:uFillTx/>
              <a:latin typeface="Century Gothic"/>
            </a:endParaRPr>
          </a:p>
        </p:txBody>
      </p:sp>
      <p:sp>
        <p:nvSpPr>
          <p:cNvPr id="1281" name="PlaceHolder 6"/>
          <p:cNvSpPr>
            <a:spLocks noGrp="1"/>
          </p:cNvSpPr>
          <p:nvPr>
            <p:ph type="dt" idx="37"/>
          </p:nvPr>
        </p:nvSpPr>
        <p:spPr>
          <a:xfrm>
            <a:off x="9904320" y="6172200"/>
            <a:ext cx="1599840" cy="364680"/>
          </a:xfrm>
          <a:prstGeom prst="rect">
            <a:avLst/>
          </a:prstGeom>
          <a:noFill/>
          <a:ln w="0">
            <a:noFill/>
          </a:ln>
        </p:spPr>
        <p:txBody>
          <a:bodyPr lIns="91440" rIns="91440" tIns="45720" bIns="45720" anchor="t">
            <a:noAutofit/>
          </a:bodyPr>
          <a:lstStyle>
            <a:lvl1pPr indent="0">
              <a:buNone/>
              <a:defRPr b="0" lang="es-ES" sz="1400" strike="noStrike" u="none">
                <a:solidFill>
                  <a:srgbClr val="ffffff"/>
                </a:solidFill>
                <a:uFillTx/>
                <a:latin typeface="Times New Roman"/>
              </a:defRPr>
            </a:lvl1pPr>
          </a:lstStyle>
          <a:p>
            <a:pPr indent="0">
              <a:buNone/>
            </a:pPr>
            <a:r>
              <a:rPr b="0" lang="es-ES" sz="1400" strike="noStrike" u="none">
                <a:solidFill>
                  <a:srgbClr val="ffffff"/>
                </a:solidFill>
                <a:uFillTx/>
                <a:latin typeface="Times New Roman"/>
              </a:rPr>
              <a:t>&lt;fecha/hora&gt;</a:t>
            </a:r>
            <a:endParaRPr b="0" lang="es-ES" sz="1400" strike="noStrike" u="none">
              <a:solidFill>
                <a:srgbClr val="ffffff"/>
              </a:solidFill>
              <a:uFillTx/>
              <a:latin typeface="Times New Roman"/>
            </a:endParaRPr>
          </a:p>
        </p:txBody>
      </p:sp>
      <p:sp>
        <p:nvSpPr>
          <p:cNvPr id="1282" name="PlaceHolder 7"/>
          <p:cNvSpPr>
            <a:spLocks noGrp="1"/>
          </p:cNvSpPr>
          <p:nvPr>
            <p:ph type="ftr" idx="38"/>
          </p:nvPr>
        </p:nvSpPr>
        <p:spPr>
          <a:xfrm>
            <a:off x="684360" y="6172200"/>
            <a:ext cx="7543440" cy="364680"/>
          </a:xfrm>
          <a:prstGeom prst="rect">
            <a:avLst/>
          </a:prstGeom>
          <a:noFill/>
          <a:ln w="0">
            <a:noFill/>
          </a:ln>
        </p:spPr>
        <p:txBody>
          <a:bodyPr lIns="91440" rIns="91440" tIns="45720" bIns="45720" anchor="t">
            <a:noAutofit/>
          </a:bodyPr>
          <a:lstStyle>
            <a:lvl1pPr indent="0" algn="ctr">
              <a:buNone/>
              <a:defRPr b="0" lang="es-ES" sz="1400" strike="noStrike" u="none">
                <a:solidFill>
                  <a:srgbClr val="ffffff"/>
                </a:solidFill>
                <a:uFillTx/>
                <a:latin typeface="Times New Roman"/>
              </a:defRPr>
            </a:lvl1pPr>
          </a:lstStyle>
          <a:p>
            <a:pPr indent="0" algn="ctr">
              <a:buNone/>
            </a:pPr>
            <a:r>
              <a:rPr b="0" lang="es-ES" sz="1400" strike="noStrike" u="none">
                <a:solidFill>
                  <a:srgbClr val="ffffff"/>
                </a:solidFill>
                <a:uFillTx/>
                <a:latin typeface="Times New Roman"/>
              </a:rPr>
              <a:t>&lt;pie de página&gt;</a:t>
            </a:r>
            <a:endParaRPr b="0" lang="es-ES" sz="1400" strike="noStrike" u="none">
              <a:solidFill>
                <a:srgbClr val="ffffff"/>
              </a:solidFill>
              <a:uFillTx/>
              <a:latin typeface="Times New Roman"/>
            </a:endParaRPr>
          </a:p>
        </p:txBody>
      </p:sp>
      <p:sp>
        <p:nvSpPr>
          <p:cNvPr id="1283" name="PlaceHolder 8"/>
          <p:cNvSpPr>
            <a:spLocks noGrp="1"/>
          </p:cNvSpPr>
          <p:nvPr>
            <p:ph type="sldNum" idx="39"/>
          </p:nvPr>
        </p:nvSpPr>
        <p:spPr>
          <a:xfrm>
            <a:off x="10363320" y="5578560"/>
            <a:ext cx="1141920" cy="6696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3200" strike="noStrike" u="none">
                <a:solidFill>
                  <a:schemeClr val="dk2">
                    <a:lumMod val="50000"/>
                  </a:schemeClr>
                </a:solidFill>
                <a:uFillTx/>
                <a:latin typeface="Century Gothic"/>
                <a:ea typeface="Arial"/>
              </a:defRPr>
            </a:lvl1pPr>
          </a:lstStyle>
          <a:p>
            <a:pPr indent="0" algn="r">
              <a:lnSpc>
                <a:spcPct val="100000"/>
              </a:lnSpc>
              <a:buNone/>
              <a:tabLst>
                <a:tab algn="l" pos="0"/>
              </a:tabLst>
            </a:pPr>
            <a:fld id="{0487AB04-7631-4D4C-8A21-6E7FD144ECB5}" type="slidenum">
              <a:rPr b="0" lang="es-ES" sz="3200" strike="noStrike" u="none">
                <a:solidFill>
                  <a:schemeClr val="dk2">
                    <a:lumMod val="50000"/>
                  </a:schemeClr>
                </a:solidFill>
                <a:uFillTx/>
                <a:latin typeface="Century Gothic"/>
                <a:ea typeface="Arial"/>
              </a:rPr>
              <a:t>&lt;número&gt;</a:t>
            </a:fld>
            <a:endParaRPr b="0" lang="es-ES" sz="3200" strike="noStrike" u="none">
              <a:solidFill>
                <a:srgbClr val="ffffff"/>
              </a:solidFill>
              <a:uFillTx/>
              <a:latin typeface="Times New Roman"/>
            </a:endParaRPr>
          </a:p>
        </p:txBody>
      </p:sp>
    </p:spTree>
  </p:cSld>
  <p:clrMap bg1="dk1" tx1="lt1" bg2="dk2" tx2="lt2" accent1="accent1" accent2="accent2" accent3="accent3" accent4="accent4" accent5="accent5" accent6="accent6" hlink="hlink" folHlink="folHlink"/>
  <p:sldLayoutIdLst>
    <p:sldLayoutId id="2147483723" r:id="rId2"/>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284" name="Group 6"/>
          <p:cNvGrpSpPr/>
          <p:nvPr/>
        </p:nvGrpSpPr>
        <p:grpSpPr>
          <a:xfrm>
            <a:off x="9206640" y="2963160"/>
            <a:ext cx="2981880" cy="3209040"/>
            <a:chOff x="9206640" y="2963160"/>
            <a:chExt cx="2981880" cy="3209040"/>
          </a:xfrm>
        </p:grpSpPr>
        <p:cxnSp>
          <p:nvCxnSpPr>
            <p:cNvPr id="1285"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286"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287"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288"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289"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290" name="PlaceHolder 1"/>
          <p:cNvSpPr>
            <a:spLocks noGrp="1"/>
          </p:cNvSpPr>
          <p:nvPr>
            <p:ph type="title"/>
          </p:nvPr>
        </p:nvSpPr>
        <p:spPr>
          <a:xfrm>
            <a:off x="684360" y="4487400"/>
            <a:ext cx="8534160" cy="1506600"/>
          </a:xfrm>
          <a:prstGeom prst="rect">
            <a:avLst/>
          </a:prstGeom>
          <a:noFill/>
          <a:ln w="0">
            <a:noFill/>
          </a:ln>
        </p:spPr>
        <p:txBody>
          <a:bodyPr lIns="91440" rIns="91440" tIns="45720" bIns="45720" anchor="ctr">
            <a:noAutofit/>
          </a:bodyPr>
          <a:p>
            <a:pPr indent="0" defTabSz="457200">
              <a:lnSpc>
                <a:spcPct val="100000"/>
              </a:lnSpc>
              <a:buNone/>
            </a:pPr>
            <a:r>
              <a:rPr b="0" lang="es-ES" sz="3600" strike="noStrike" u="none" cap="all">
                <a:solidFill>
                  <a:schemeClr val="lt1"/>
                </a:solidFill>
                <a:uFillTx/>
                <a:latin typeface="Century Gothic"/>
              </a:rPr>
              <a:t>Haga clic para modificar el estilo de título del patrón</a:t>
            </a:r>
            <a:endParaRPr b="0" lang="es-ES" sz="3600" strike="noStrike" u="none">
              <a:solidFill>
                <a:srgbClr val="000000"/>
              </a:solidFill>
              <a:uFillTx/>
              <a:latin typeface="Arial"/>
            </a:endParaRPr>
          </a:p>
        </p:txBody>
      </p:sp>
      <p:sp>
        <p:nvSpPr>
          <p:cNvPr id="1291" name="PlaceHolder 2"/>
          <p:cNvSpPr>
            <a:spLocks noGrp="1"/>
          </p:cNvSpPr>
          <p:nvPr>
            <p:ph type="dt" idx="40"/>
          </p:nvPr>
        </p:nvSpPr>
        <p:spPr>
          <a:xfrm>
            <a:off x="9904320" y="6172200"/>
            <a:ext cx="1599840" cy="364680"/>
          </a:xfrm>
          <a:prstGeom prst="rect">
            <a:avLst/>
          </a:prstGeom>
          <a:noFill/>
          <a:ln w="0">
            <a:noFill/>
          </a:ln>
        </p:spPr>
        <p:txBody>
          <a:bodyPr lIns="91440" rIns="91440" tIns="45720" bIns="45720" anchor="t">
            <a:noAutofit/>
          </a:bodyPr>
          <a:lstStyle>
            <a:lvl1pPr indent="0">
              <a:buNone/>
              <a:defRPr b="0" lang="es-ES" sz="1400" strike="noStrike" u="none">
                <a:solidFill>
                  <a:srgbClr val="ffffff"/>
                </a:solidFill>
                <a:uFillTx/>
                <a:latin typeface="Times New Roman"/>
              </a:defRPr>
            </a:lvl1pPr>
          </a:lstStyle>
          <a:p>
            <a:pPr indent="0">
              <a:buNone/>
            </a:pPr>
            <a:r>
              <a:rPr b="0" lang="es-ES" sz="1400" strike="noStrike" u="none">
                <a:solidFill>
                  <a:srgbClr val="ffffff"/>
                </a:solidFill>
                <a:uFillTx/>
                <a:latin typeface="Times New Roman"/>
              </a:rPr>
              <a:t> </a:t>
            </a:r>
            <a:endParaRPr b="0" lang="es-ES" sz="1400" strike="noStrike" u="none">
              <a:solidFill>
                <a:srgbClr val="ffffff"/>
              </a:solidFill>
              <a:uFillTx/>
              <a:latin typeface="Times New Roman"/>
            </a:endParaRPr>
          </a:p>
        </p:txBody>
      </p:sp>
      <p:sp>
        <p:nvSpPr>
          <p:cNvPr id="1292" name="PlaceHolder 3"/>
          <p:cNvSpPr>
            <a:spLocks noGrp="1"/>
          </p:cNvSpPr>
          <p:nvPr>
            <p:ph type="ftr" idx="41"/>
          </p:nvPr>
        </p:nvSpPr>
        <p:spPr>
          <a:xfrm>
            <a:off x="684360" y="6172200"/>
            <a:ext cx="7543440" cy="364680"/>
          </a:xfrm>
          <a:prstGeom prst="rect">
            <a:avLst/>
          </a:prstGeom>
          <a:noFill/>
          <a:ln w="0">
            <a:noFill/>
          </a:ln>
        </p:spPr>
        <p:txBody>
          <a:bodyPr lIns="91440" rIns="91440" tIns="45720" bIns="45720" anchor="t">
            <a:noAutofit/>
          </a:bodyPr>
          <a:lstStyle>
            <a:lvl1pPr indent="0" algn="ctr">
              <a:buNone/>
              <a:defRPr b="0" lang="es-ES" sz="1400" strike="noStrike" u="none">
                <a:solidFill>
                  <a:srgbClr val="ffffff"/>
                </a:solidFill>
                <a:uFillTx/>
                <a:latin typeface="Times New Roman"/>
              </a:defRPr>
            </a:lvl1pPr>
          </a:lstStyle>
          <a:p>
            <a:pPr indent="0" algn="ctr">
              <a:buNone/>
            </a:pPr>
            <a:r>
              <a:rPr b="0" lang="es-ES" sz="1400" strike="noStrike" u="none">
                <a:solidFill>
                  <a:srgbClr val="ffffff"/>
                </a:solidFill>
                <a:uFillTx/>
                <a:latin typeface="Times New Roman"/>
              </a:rPr>
              <a:t> </a:t>
            </a:r>
            <a:endParaRPr b="0" lang="es-ES" sz="1400" strike="noStrike" u="none">
              <a:solidFill>
                <a:srgbClr val="ffffff"/>
              </a:solidFill>
              <a:uFillTx/>
              <a:latin typeface="Times New Roman"/>
            </a:endParaRPr>
          </a:p>
        </p:txBody>
      </p:sp>
      <p:sp>
        <p:nvSpPr>
          <p:cNvPr id="1293" name="PlaceHolder 4"/>
          <p:cNvSpPr>
            <a:spLocks noGrp="1"/>
          </p:cNvSpPr>
          <p:nvPr>
            <p:ph type="sldNum" idx="42"/>
          </p:nvPr>
        </p:nvSpPr>
        <p:spPr>
          <a:xfrm>
            <a:off x="10363320" y="5578560"/>
            <a:ext cx="1141920" cy="6696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3200" strike="noStrike" u="none">
                <a:solidFill>
                  <a:schemeClr val="dk2">
                    <a:lumMod val="50000"/>
                  </a:schemeClr>
                </a:solidFill>
                <a:uFillTx/>
                <a:latin typeface="Century Gothic"/>
                <a:ea typeface="Arial"/>
              </a:defRPr>
            </a:lvl1pPr>
          </a:lstStyle>
          <a:p>
            <a:pPr indent="0" algn="r">
              <a:lnSpc>
                <a:spcPct val="100000"/>
              </a:lnSpc>
              <a:buNone/>
              <a:tabLst>
                <a:tab algn="l" pos="0"/>
              </a:tabLst>
            </a:pPr>
            <a:fld id="{BA9A540B-8B1A-4C7D-88A7-7827D5968EC3}" type="slidenum">
              <a:rPr b="0" lang="es-ES" sz="3200" strike="noStrike" u="none">
                <a:solidFill>
                  <a:schemeClr val="dk2">
                    <a:lumMod val="50000"/>
                  </a:schemeClr>
                </a:solidFill>
                <a:uFillTx/>
                <a:latin typeface="Century Gothic"/>
                <a:ea typeface="Arial"/>
              </a:rPr>
              <a:t>1</a:t>
            </a:fld>
            <a:endParaRPr b="0" lang="es-ES" sz="3200" strike="noStrike" u="none">
              <a:solidFill>
                <a:srgbClr val="ffffff"/>
              </a:solidFill>
              <a:uFillTx/>
              <a:latin typeface="Times New Roman"/>
            </a:endParaRPr>
          </a:p>
        </p:txBody>
      </p:sp>
    </p:spTree>
  </p:cSld>
  <p:clrMap bg1="dk1" tx1="lt1" bg2="dk2" tx2="lt2" accent1="accent1" accent2="accent2" accent3="accent3" accent4="accent4" accent5="accent5" accent6="accent6" hlink="hlink" folHlink="folHlink"/>
  <p:sldLayoutIdLst>
    <p:sldLayoutId id="2147483725" r:id="rId2"/>
  </p:sldLayoutIdLst>
</p:sldMaster>
</file>

<file path=ppt/slideMasters/slideMaster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295" name="Group 6"/>
          <p:cNvGrpSpPr/>
          <p:nvPr/>
        </p:nvGrpSpPr>
        <p:grpSpPr>
          <a:xfrm>
            <a:off x="9206640" y="2963160"/>
            <a:ext cx="2981880" cy="3209040"/>
            <a:chOff x="9206640" y="2963160"/>
            <a:chExt cx="2981880" cy="3209040"/>
          </a:xfrm>
        </p:grpSpPr>
        <p:cxnSp>
          <p:nvCxnSpPr>
            <p:cNvPr id="1296"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297"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298"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299"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300"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301" name="PlaceHolder 1"/>
          <p:cNvSpPr>
            <a:spLocks noGrp="1"/>
          </p:cNvSpPr>
          <p:nvPr>
            <p:ph type="dt" idx="43"/>
          </p:nvPr>
        </p:nvSpPr>
        <p:spPr>
          <a:xfrm>
            <a:off x="9904320" y="6172200"/>
            <a:ext cx="1599840" cy="364680"/>
          </a:xfrm>
          <a:prstGeom prst="rect">
            <a:avLst/>
          </a:prstGeom>
          <a:noFill/>
          <a:ln w="0">
            <a:noFill/>
          </a:ln>
        </p:spPr>
        <p:txBody>
          <a:bodyPr lIns="91440" rIns="91440" tIns="45720" bIns="45720" anchor="t">
            <a:noAutofit/>
          </a:bodyPr>
          <a:lstStyle>
            <a:lvl1pPr indent="0">
              <a:buNone/>
              <a:defRPr b="0" lang="es-ES" sz="1400" strike="noStrike" u="none">
                <a:solidFill>
                  <a:srgbClr val="ffffff"/>
                </a:solidFill>
                <a:uFillTx/>
                <a:latin typeface="Times New Roman"/>
              </a:defRPr>
            </a:lvl1pPr>
          </a:lstStyle>
          <a:p>
            <a:pPr indent="0">
              <a:buNone/>
            </a:pPr>
            <a:r>
              <a:rPr b="0" lang="es-ES" sz="1400" strike="noStrike" u="none">
                <a:solidFill>
                  <a:srgbClr val="ffffff"/>
                </a:solidFill>
                <a:uFillTx/>
                <a:latin typeface="Times New Roman"/>
              </a:rPr>
              <a:t> </a:t>
            </a:r>
            <a:endParaRPr b="0" lang="es-ES" sz="1400" strike="noStrike" u="none">
              <a:solidFill>
                <a:srgbClr val="ffffff"/>
              </a:solidFill>
              <a:uFillTx/>
              <a:latin typeface="Times New Roman"/>
            </a:endParaRPr>
          </a:p>
        </p:txBody>
      </p:sp>
      <p:sp>
        <p:nvSpPr>
          <p:cNvPr id="1302" name="PlaceHolder 2"/>
          <p:cNvSpPr>
            <a:spLocks noGrp="1"/>
          </p:cNvSpPr>
          <p:nvPr>
            <p:ph type="ftr" idx="44"/>
          </p:nvPr>
        </p:nvSpPr>
        <p:spPr>
          <a:xfrm>
            <a:off x="684360" y="6172200"/>
            <a:ext cx="7543440" cy="364680"/>
          </a:xfrm>
          <a:prstGeom prst="rect">
            <a:avLst/>
          </a:prstGeom>
          <a:noFill/>
          <a:ln w="0">
            <a:noFill/>
          </a:ln>
        </p:spPr>
        <p:txBody>
          <a:bodyPr lIns="91440" rIns="91440" tIns="45720" bIns="45720" anchor="t">
            <a:noAutofit/>
          </a:bodyPr>
          <a:lstStyle>
            <a:lvl1pPr indent="0" algn="ctr">
              <a:buNone/>
              <a:defRPr b="0" lang="es-ES" sz="1400" strike="noStrike" u="none">
                <a:solidFill>
                  <a:srgbClr val="ffffff"/>
                </a:solidFill>
                <a:uFillTx/>
                <a:latin typeface="Times New Roman"/>
              </a:defRPr>
            </a:lvl1pPr>
          </a:lstStyle>
          <a:p>
            <a:pPr indent="0" algn="ctr">
              <a:buNone/>
            </a:pPr>
            <a:r>
              <a:rPr b="0" lang="es-ES" sz="1400" strike="noStrike" u="none">
                <a:solidFill>
                  <a:srgbClr val="ffffff"/>
                </a:solidFill>
                <a:uFillTx/>
                <a:latin typeface="Times New Roman"/>
              </a:rPr>
              <a:t> </a:t>
            </a:r>
            <a:endParaRPr b="0" lang="es-ES" sz="1400" strike="noStrike" u="none">
              <a:solidFill>
                <a:srgbClr val="ffffff"/>
              </a:solidFill>
              <a:uFillTx/>
              <a:latin typeface="Times New Roman"/>
            </a:endParaRPr>
          </a:p>
        </p:txBody>
      </p:sp>
      <p:sp>
        <p:nvSpPr>
          <p:cNvPr id="1303" name="PlaceHolder 3"/>
          <p:cNvSpPr>
            <a:spLocks noGrp="1"/>
          </p:cNvSpPr>
          <p:nvPr>
            <p:ph type="sldNum" idx="45"/>
          </p:nvPr>
        </p:nvSpPr>
        <p:spPr>
          <a:xfrm>
            <a:off x="10363320" y="5578560"/>
            <a:ext cx="1141920" cy="6696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3200" strike="noStrike" u="none">
                <a:solidFill>
                  <a:schemeClr val="dk2">
                    <a:lumMod val="50000"/>
                  </a:schemeClr>
                </a:solidFill>
                <a:uFillTx/>
                <a:latin typeface="Century Gothic"/>
                <a:ea typeface="Arial"/>
              </a:defRPr>
            </a:lvl1pPr>
          </a:lstStyle>
          <a:p>
            <a:pPr indent="0" algn="r">
              <a:lnSpc>
                <a:spcPct val="100000"/>
              </a:lnSpc>
              <a:buNone/>
              <a:tabLst>
                <a:tab algn="l" pos="0"/>
              </a:tabLst>
            </a:pPr>
            <a:fld id="{6F4D2E31-239B-41AF-9CD1-3DFCDFAA497E}" type="slidenum">
              <a:rPr b="0" lang="es-ES" sz="3200" strike="noStrike" u="none">
                <a:solidFill>
                  <a:schemeClr val="dk2">
                    <a:lumMod val="50000"/>
                  </a:schemeClr>
                </a:solidFill>
                <a:uFillTx/>
                <a:latin typeface="Century Gothic"/>
                <a:ea typeface="Arial"/>
              </a:rPr>
              <a:t>1</a:t>
            </a:fld>
            <a:endParaRPr b="0" lang="es-ES" sz="3200" strike="noStrike" u="none">
              <a:solidFill>
                <a:srgbClr val="ffffff"/>
              </a:solidFill>
              <a:uFillTx/>
              <a:latin typeface="Times New Roman"/>
            </a:endParaRPr>
          </a:p>
        </p:txBody>
      </p:sp>
      <p:sp>
        <p:nvSpPr>
          <p:cNvPr id="1304"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s-ES" sz="1400" strike="noStrike" u="none">
                <a:solidFill>
                  <a:srgbClr val="000000"/>
                </a:solidFill>
                <a:uFillTx/>
                <a:latin typeface="Arial"/>
              </a:rPr>
              <a:t>Pulse para editar el formato del texto de título</a:t>
            </a:r>
            <a:endParaRPr b="0" lang="es-ES" sz="1400" strike="noStrike" u="none">
              <a:solidFill>
                <a:srgbClr val="000000"/>
              </a:solidFill>
              <a:uFillTx/>
              <a:latin typeface="Arial"/>
            </a:endParaRPr>
          </a:p>
        </p:txBody>
      </p:sp>
      <p:sp>
        <p:nvSpPr>
          <p:cNvPr id="1305"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2000" strike="noStrike" u="none">
                <a:solidFill>
                  <a:schemeClr val="dk2">
                    <a:lumMod val="75000"/>
                  </a:schemeClr>
                </a:solidFill>
                <a:uFillTx/>
                <a:latin typeface="Century Gothic"/>
              </a:rPr>
              <a:t>Pulse para editar el formato de texto del esquema</a:t>
            </a:r>
            <a:endParaRPr b="0" lang="es-ES" sz="2000" strike="noStrike" u="none">
              <a:solidFill>
                <a:schemeClr val="dk2">
                  <a:lumMod val="75000"/>
                </a:schemeClr>
              </a:solidFill>
              <a:uFillTx/>
              <a:latin typeface="Century Gothic"/>
            </a:endParaRPr>
          </a:p>
          <a:p>
            <a:pPr lvl="1" marL="864000" indent="-324000">
              <a:spcBef>
                <a:spcPts val="1134"/>
              </a:spcBef>
              <a:buClr>
                <a:srgbClr val="ffffff"/>
              </a:buClr>
              <a:buSzPct val="75000"/>
              <a:buFont typeface="Symbol" charset="2"/>
              <a:buChar char=""/>
            </a:pPr>
            <a:r>
              <a:rPr b="0" lang="es-ES" sz="1600" strike="noStrike" u="none">
                <a:solidFill>
                  <a:schemeClr val="dk2">
                    <a:lumMod val="75000"/>
                  </a:schemeClr>
                </a:solidFill>
                <a:uFillTx/>
                <a:latin typeface="Century Gothic"/>
              </a:rPr>
              <a:t>Segundo nivel del esquema</a:t>
            </a:r>
            <a:endParaRPr b="0" lang="es-ES" sz="1600" strike="noStrike" u="none">
              <a:solidFill>
                <a:schemeClr val="dk2">
                  <a:lumMod val="75000"/>
                </a:schemeClr>
              </a:solidFill>
              <a:uFillTx/>
              <a:latin typeface="Century Gothic"/>
            </a:endParaRPr>
          </a:p>
          <a:p>
            <a:pPr lvl="2" marL="1296000" indent="-288000">
              <a:spcBef>
                <a:spcPts val="850"/>
              </a:spcBef>
              <a:buClr>
                <a:srgbClr val="ffffff"/>
              </a:buClr>
              <a:buSzPct val="45000"/>
              <a:buFont typeface="Wingdings" charset="2"/>
              <a:buChar char=""/>
            </a:pPr>
            <a:r>
              <a:rPr b="0" lang="es-ES" sz="1400" strike="noStrike" u="none">
                <a:solidFill>
                  <a:schemeClr val="dk2">
                    <a:lumMod val="75000"/>
                  </a:schemeClr>
                </a:solidFill>
                <a:uFillTx/>
                <a:latin typeface="Century Gothic"/>
              </a:rPr>
              <a:t>Tercer nivel del esquema</a:t>
            </a:r>
            <a:endParaRPr b="0" lang="es-ES" sz="1400" strike="noStrike" u="none">
              <a:solidFill>
                <a:schemeClr val="dk2">
                  <a:lumMod val="75000"/>
                </a:schemeClr>
              </a:solidFill>
              <a:uFillTx/>
              <a:latin typeface="Century Gothic"/>
            </a:endParaRPr>
          </a:p>
          <a:p>
            <a:pPr lvl="3" marL="1728000" indent="-216000">
              <a:spcBef>
                <a:spcPts val="567"/>
              </a:spcBef>
              <a:buClr>
                <a:srgbClr val="ffffff"/>
              </a:buClr>
              <a:buSzPct val="75000"/>
              <a:buFont typeface="Symbol" charset="2"/>
              <a:buChar char=""/>
            </a:pPr>
            <a:r>
              <a:rPr b="0" lang="es-ES" sz="1400" strike="noStrike" u="none">
                <a:solidFill>
                  <a:schemeClr val="dk2">
                    <a:lumMod val="75000"/>
                  </a:schemeClr>
                </a:solidFill>
                <a:uFillTx/>
                <a:latin typeface="Century Gothic"/>
              </a:rPr>
              <a:t>Cuarto nivel del esquema</a:t>
            </a:r>
            <a:endParaRPr b="0" lang="es-ES" sz="1400" strike="noStrike" u="none">
              <a:solidFill>
                <a:schemeClr val="dk2">
                  <a:lumMod val="75000"/>
                </a:schemeClr>
              </a:solidFill>
              <a:uFillTx/>
              <a:latin typeface="Century Gothic"/>
            </a:endParaRPr>
          </a:p>
          <a:p>
            <a:pPr lvl="4" marL="2160000" indent="-216000">
              <a:spcBef>
                <a:spcPts val="283"/>
              </a:spcBef>
              <a:buClr>
                <a:srgbClr val="ffffff"/>
              </a:buClr>
              <a:buSzPct val="45000"/>
              <a:buFont typeface="Wingdings" charset="2"/>
              <a:buChar char=""/>
            </a:pPr>
            <a:r>
              <a:rPr b="0" lang="es-ES" sz="2000" strike="noStrike" u="none">
                <a:solidFill>
                  <a:schemeClr val="dk2">
                    <a:lumMod val="75000"/>
                  </a:schemeClr>
                </a:solidFill>
                <a:uFillTx/>
                <a:latin typeface="Century Gothic"/>
              </a:rPr>
              <a:t>Quinto nivel del esquema</a:t>
            </a:r>
            <a:endParaRPr b="0" lang="es-ES" sz="2000" strike="noStrike" u="none">
              <a:solidFill>
                <a:schemeClr val="dk2">
                  <a:lumMod val="75000"/>
                </a:schemeClr>
              </a:solidFill>
              <a:uFillTx/>
              <a:latin typeface="Century Gothic"/>
            </a:endParaRPr>
          </a:p>
          <a:p>
            <a:pPr lvl="5" marL="2592000" indent="-216000">
              <a:spcBef>
                <a:spcPts val="283"/>
              </a:spcBef>
              <a:buClr>
                <a:srgbClr val="ffffff"/>
              </a:buClr>
              <a:buSzPct val="45000"/>
              <a:buFont typeface="Wingdings" charset="2"/>
              <a:buChar char=""/>
            </a:pPr>
            <a:r>
              <a:rPr b="0" lang="es-ES" sz="2000" strike="noStrike" u="none">
                <a:solidFill>
                  <a:schemeClr val="dk2">
                    <a:lumMod val="75000"/>
                  </a:schemeClr>
                </a:solidFill>
                <a:uFillTx/>
                <a:latin typeface="Century Gothic"/>
              </a:rPr>
              <a:t>Sexto nivel del esquema</a:t>
            </a:r>
            <a:endParaRPr b="0" lang="es-ES" sz="2000" strike="noStrike" u="none">
              <a:solidFill>
                <a:schemeClr val="dk2">
                  <a:lumMod val="75000"/>
                </a:schemeClr>
              </a:solidFill>
              <a:uFillTx/>
              <a:latin typeface="Century Gothic"/>
            </a:endParaRPr>
          </a:p>
          <a:p>
            <a:pPr lvl="6" marL="3024000" indent="-216000">
              <a:spcBef>
                <a:spcPts val="283"/>
              </a:spcBef>
              <a:buClr>
                <a:srgbClr val="ffffff"/>
              </a:buClr>
              <a:buSzPct val="45000"/>
              <a:buFont typeface="Wingdings" charset="2"/>
              <a:buChar char=""/>
            </a:pPr>
            <a:r>
              <a:rPr b="0" lang="es-ES" sz="2000" strike="noStrike" u="none">
                <a:solidFill>
                  <a:schemeClr val="dk2">
                    <a:lumMod val="75000"/>
                  </a:schemeClr>
                </a:solidFill>
                <a:uFillTx/>
                <a:latin typeface="Century Gothic"/>
              </a:rPr>
              <a:t>Séptimo nivel del esquema</a:t>
            </a:r>
            <a:endParaRPr b="0" lang="es-ES" sz="2000" strike="noStrike" u="none">
              <a:solidFill>
                <a:schemeClr val="dk2">
                  <a:lumMod val="75000"/>
                </a:schemeClr>
              </a:solidFill>
              <a:uFillTx/>
              <a:latin typeface="Century Gothic"/>
            </a:endParaRPr>
          </a:p>
        </p:txBody>
      </p:sp>
    </p:spTree>
  </p:cSld>
  <p:clrMap bg1="dk1" tx1="lt1" bg2="dk2" tx2="lt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Masters/slideMaster4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334" name="Group 6"/>
          <p:cNvGrpSpPr/>
          <p:nvPr/>
        </p:nvGrpSpPr>
        <p:grpSpPr>
          <a:xfrm>
            <a:off x="9206640" y="2963160"/>
            <a:ext cx="2981880" cy="3209040"/>
            <a:chOff x="9206640" y="2963160"/>
            <a:chExt cx="2981880" cy="3209040"/>
          </a:xfrm>
        </p:grpSpPr>
        <p:cxnSp>
          <p:nvCxnSpPr>
            <p:cNvPr id="1335"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336"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337"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338"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339"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340" name="PlaceHolder 1"/>
          <p:cNvSpPr>
            <a:spLocks noGrp="1"/>
          </p:cNvSpPr>
          <p:nvPr>
            <p:ph type="title"/>
          </p:nvPr>
        </p:nvSpPr>
        <p:spPr>
          <a:xfrm>
            <a:off x="7085160" y="685800"/>
            <a:ext cx="3657240" cy="1371240"/>
          </a:xfrm>
          <a:prstGeom prst="rect">
            <a:avLst/>
          </a:prstGeom>
          <a:noFill/>
          <a:ln w="0">
            <a:noFill/>
          </a:ln>
        </p:spPr>
        <p:txBody>
          <a:bodyPr lIns="91440" rIns="91440" tIns="45720" bIns="45720" anchor="b">
            <a:normAutofit/>
          </a:bodyPr>
          <a:p>
            <a:pPr indent="0" defTabSz="457200">
              <a:lnSpc>
                <a:spcPct val="100000"/>
              </a:lnSpc>
              <a:buNone/>
            </a:pPr>
            <a:r>
              <a:rPr b="0" lang="es-ES" sz="2400" strike="noStrike" u="none" cap="all">
                <a:solidFill>
                  <a:schemeClr val="lt1"/>
                </a:solidFill>
                <a:uFillTx/>
                <a:latin typeface="Century Gothic"/>
              </a:rPr>
              <a:t>Haga clic para modificar el estilo de título del patrón</a:t>
            </a:r>
            <a:endParaRPr b="0" lang="es-ES" sz="2400" strike="noStrike" u="none">
              <a:solidFill>
                <a:srgbClr val="000000"/>
              </a:solidFill>
              <a:uFillTx/>
              <a:latin typeface="Arial"/>
            </a:endParaRPr>
          </a:p>
        </p:txBody>
      </p:sp>
      <p:sp>
        <p:nvSpPr>
          <p:cNvPr id="1341" name="PlaceHolder 2"/>
          <p:cNvSpPr>
            <a:spLocks noGrp="1"/>
          </p:cNvSpPr>
          <p:nvPr>
            <p:ph type="body"/>
          </p:nvPr>
        </p:nvSpPr>
        <p:spPr>
          <a:xfrm>
            <a:off x="684360" y="685800"/>
            <a:ext cx="5943240" cy="5308200"/>
          </a:xfrm>
          <a:prstGeom prst="rect">
            <a:avLst/>
          </a:prstGeom>
          <a:noFill/>
          <a:ln w="0">
            <a:noFill/>
          </a:ln>
        </p:spPr>
        <p:txBody>
          <a:bodyPr lIns="91440" rIns="91440" tIns="45720" bIns="45720" anchor="ctr">
            <a:normAutofit/>
          </a:bodyPr>
          <a:p>
            <a:pPr marL="285840" indent="-285840" defTabSz="457200">
              <a:lnSpc>
                <a:spcPct val="100000"/>
              </a:lnSpc>
              <a:spcBef>
                <a:spcPts val="400"/>
              </a:spcBef>
              <a:spcAft>
                <a:spcPts val="601"/>
              </a:spcAft>
              <a:buClr>
                <a:srgbClr val="ffffff"/>
              </a:buClr>
              <a:buSzPct val="80000"/>
              <a:buFont typeface="Wingdings 3" charset="2"/>
              <a:buChar char=""/>
            </a:pPr>
            <a:r>
              <a:rPr b="0" lang="es-ES" sz="2000" strike="noStrike" u="none">
                <a:solidFill>
                  <a:schemeClr val="dk2">
                    <a:lumMod val="75000"/>
                  </a:schemeClr>
                </a:solidFill>
                <a:uFillTx/>
                <a:latin typeface="Century Gothic"/>
              </a:rPr>
              <a:t>Editar el estilo de texto del patrón</a:t>
            </a:r>
            <a:endParaRPr b="0" lang="es-ES" sz="2000" strike="noStrike" u="none">
              <a:solidFill>
                <a:schemeClr val="dk2">
                  <a:lumMod val="75000"/>
                </a:schemeClr>
              </a:solidFill>
              <a:uFillTx/>
              <a:latin typeface="Century Gothic"/>
            </a:endParaRPr>
          </a:p>
          <a:p>
            <a:pPr lvl="1" marL="743040" indent="-285840" defTabSz="457200">
              <a:lnSpc>
                <a:spcPct val="100000"/>
              </a:lnSpc>
              <a:spcBef>
                <a:spcPts val="360"/>
              </a:spcBef>
              <a:spcAft>
                <a:spcPts val="601"/>
              </a:spcAft>
              <a:buClr>
                <a:srgbClr val="ffffff"/>
              </a:buClr>
              <a:buSzPct val="80000"/>
              <a:buFont typeface="Wingdings 3" charset="2"/>
              <a:buChar char=""/>
            </a:pPr>
            <a:r>
              <a:rPr b="0" lang="es-ES" sz="1800" strike="noStrike" u="none">
                <a:solidFill>
                  <a:schemeClr val="dk2">
                    <a:lumMod val="75000"/>
                  </a:schemeClr>
                </a:solidFill>
                <a:uFillTx/>
                <a:latin typeface="Century Gothic"/>
              </a:rPr>
              <a:t>Segundo nivel</a:t>
            </a:r>
            <a:endParaRPr b="0" lang="es-ES" sz="1800" strike="noStrike" u="none">
              <a:solidFill>
                <a:schemeClr val="dk2">
                  <a:lumMod val="75000"/>
                </a:schemeClr>
              </a:solidFill>
              <a:uFillTx/>
              <a:latin typeface="Century Gothic"/>
            </a:endParaRPr>
          </a:p>
          <a:p>
            <a:pPr lvl="2" marL="1200240" indent="-285840" defTabSz="457200">
              <a:lnSpc>
                <a:spcPct val="100000"/>
              </a:lnSpc>
              <a:spcBef>
                <a:spcPts val="320"/>
              </a:spcBef>
              <a:spcAft>
                <a:spcPts val="601"/>
              </a:spcAft>
              <a:buClr>
                <a:srgbClr val="ffffff"/>
              </a:buClr>
              <a:buSzPct val="80000"/>
              <a:buFont typeface="Wingdings 3" charset="2"/>
              <a:buChar char=""/>
            </a:pPr>
            <a:r>
              <a:rPr b="0" lang="es-ES" sz="1600" strike="noStrike" u="none">
                <a:solidFill>
                  <a:schemeClr val="dk2">
                    <a:lumMod val="75000"/>
                  </a:schemeClr>
                </a:solidFill>
                <a:uFillTx/>
                <a:latin typeface="Century Gothic"/>
              </a:rPr>
              <a:t>Tercer nivel</a:t>
            </a:r>
            <a:endParaRPr b="0" lang="es-ES" sz="1600" strike="noStrike" u="none">
              <a:solidFill>
                <a:schemeClr val="dk2">
                  <a:lumMod val="75000"/>
                </a:schemeClr>
              </a:solidFill>
              <a:uFillTx/>
              <a:latin typeface="Century Gothic"/>
            </a:endParaRPr>
          </a:p>
          <a:p>
            <a:pPr lvl="3" marL="1542960" indent="-171360" defTabSz="457200">
              <a:lnSpc>
                <a:spcPct val="100000"/>
              </a:lnSpc>
              <a:spcBef>
                <a:spcPts val="281"/>
              </a:spcBef>
              <a:spcAft>
                <a:spcPts val="601"/>
              </a:spcAft>
              <a:buClr>
                <a:srgbClr val="ffffff"/>
              </a:buClr>
              <a:buSzPct val="80000"/>
              <a:buFont typeface="Wingdings 3" charset="2"/>
              <a:buChar char=""/>
            </a:pPr>
            <a:r>
              <a:rPr b="0" lang="es-ES" sz="1400" strike="noStrike" u="none">
                <a:solidFill>
                  <a:schemeClr val="dk2">
                    <a:lumMod val="75000"/>
                  </a:schemeClr>
                </a:solidFill>
                <a:uFillTx/>
                <a:latin typeface="Century Gothic"/>
              </a:rPr>
              <a:t>Cuarto nivel</a:t>
            </a:r>
            <a:endParaRPr b="0" lang="es-ES" sz="1400" strike="noStrike" u="none">
              <a:solidFill>
                <a:schemeClr val="dk2">
                  <a:lumMod val="75000"/>
                </a:schemeClr>
              </a:solidFill>
              <a:uFillTx/>
              <a:latin typeface="Century Gothic"/>
            </a:endParaRPr>
          </a:p>
          <a:p>
            <a:pPr lvl="4" marL="2000160" indent="-171360" defTabSz="457200">
              <a:lnSpc>
                <a:spcPct val="100000"/>
              </a:lnSpc>
              <a:spcBef>
                <a:spcPts val="281"/>
              </a:spcBef>
              <a:spcAft>
                <a:spcPts val="601"/>
              </a:spcAft>
              <a:buClr>
                <a:srgbClr val="ffffff"/>
              </a:buClr>
              <a:buSzPct val="80000"/>
              <a:buFont typeface="Wingdings 3" charset="2"/>
              <a:buChar char=""/>
            </a:pPr>
            <a:r>
              <a:rPr b="0" lang="es-ES" sz="1400" strike="noStrike" u="none">
                <a:solidFill>
                  <a:schemeClr val="dk2">
                    <a:lumMod val="75000"/>
                  </a:schemeClr>
                </a:solidFill>
                <a:uFillTx/>
                <a:latin typeface="Century Gothic"/>
              </a:rPr>
              <a:t>Quinto nivel</a:t>
            </a:r>
            <a:endParaRPr b="0" lang="es-ES" sz="1400" strike="noStrike" u="none">
              <a:solidFill>
                <a:schemeClr val="dk2">
                  <a:lumMod val="75000"/>
                </a:schemeClr>
              </a:solidFill>
              <a:uFillTx/>
              <a:latin typeface="Century Gothic"/>
            </a:endParaRPr>
          </a:p>
        </p:txBody>
      </p:sp>
      <p:sp>
        <p:nvSpPr>
          <p:cNvPr id="1342" name="PlaceHolder 3"/>
          <p:cNvSpPr>
            <a:spLocks noGrp="1"/>
          </p:cNvSpPr>
          <p:nvPr>
            <p:ph type="body"/>
          </p:nvPr>
        </p:nvSpPr>
        <p:spPr>
          <a:xfrm>
            <a:off x="7085160" y="2209680"/>
            <a:ext cx="3657240" cy="2090880"/>
          </a:xfrm>
          <a:prstGeom prst="rect">
            <a:avLst/>
          </a:prstGeom>
          <a:noFill/>
          <a:ln w="0">
            <a:noFill/>
          </a:ln>
        </p:spPr>
        <p:txBody>
          <a:bodyPr lIns="91440" rIns="91440" tIns="45720" bIns="45720" anchor="t">
            <a:normAutofit/>
          </a:bodyPr>
          <a:p>
            <a:pPr indent="0" defTabSz="457200">
              <a:lnSpc>
                <a:spcPct val="100000"/>
              </a:lnSpc>
              <a:spcBef>
                <a:spcPts val="320"/>
              </a:spcBef>
              <a:spcAft>
                <a:spcPts val="601"/>
              </a:spcAft>
              <a:buNone/>
              <a:tabLst>
                <a:tab algn="l" pos="0"/>
              </a:tabLst>
            </a:pPr>
            <a:r>
              <a:rPr b="0" lang="es-ES" sz="1600" strike="noStrike" u="none">
                <a:solidFill>
                  <a:schemeClr val="dk2">
                    <a:lumMod val="75000"/>
                  </a:schemeClr>
                </a:solidFill>
                <a:uFillTx/>
                <a:latin typeface="Century Gothic"/>
              </a:rPr>
              <a:t>Editar el estilo de texto del patrón</a:t>
            </a:r>
            <a:endParaRPr b="0" lang="es-ES" sz="1600" strike="noStrike" u="none">
              <a:solidFill>
                <a:schemeClr val="dk2">
                  <a:lumMod val="75000"/>
                </a:schemeClr>
              </a:solidFill>
              <a:uFillTx/>
              <a:latin typeface="Century Gothic"/>
            </a:endParaRPr>
          </a:p>
        </p:txBody>
      </p:sp>
      <p:sp>
        <p:nvSpPr>
          <p:cNvPr id="1343" name="PlaceHolder 4"/>
          <p:cNvSpPr>
            <a:spLocks noGrp="1"/>
          </p:cNvSpPr>
          <p:nvPr>
            <p:ph type="dt" idx="46"/>
          </p:nvPr>
        </p:nvSpPr>
        <p:spPr>
          <a:xfrm>
            <a:off x="9904320" y="6172200"/>
            <a:ext cx="1599840" cy="364680"/>
          </a:xfrm>
          <a:prstGeom prst="rect">
            <a:avLst/>
          </a:prstGeom>
          <a:noFill/>
          <a:ln w="0">
            <a:noFill/>
          </a:ln>
        </p:spPr>
        <p:txBody>
          <a:bodyPr lIns="91440" rIns="91440" tIns="45720" bIns="45720" anchor="t">
            <a:noAutofit/>
          </a:bodyPr>
          <a:lstStyle>
            <a:lvl1pPr indent="0">
              <a:buNone/>
              <a:defRPr b="0" lang="es-ES" sz="1400" strike="noStrike" u="none">
                <a:solidFill>
                  <a:srgbClr val="ffffff"/>
                </a:solidFill>
                <a:uFillTx/>
                <a:latin typeface="Times New Roman"/>
              </a:defRPr>
            </a:lvl1pPr>
          </a:lstStyle>
          <a:p>
            <a:pPr indent="0">
              <a:buNone/>
            </a:pPr>
            <a:r>
              <a:rPr b="0" lang="es-ES" sz="1400" strike="noStrike" u="none">
                <a:solidFill>
                  <a:srgbClr val="ffffff"/>
                </a:solidFill>
                <a:uFillTx/>
                <a:latin typeface="Times New Roman"/>
              </a:rPr>
              <a:t>&lt;fecha/hora&gt;</a:t>
            </a:r>
            <a:endParaRPr b="0" lang="es-ES" sz="1400" strike="noStrike" u="none">
              <a:solidFill>
                <a:srgbClr val="ffffff"/>
              </a:solidFill>
              <a:uFillTx/>
              <a:latin typeface="Times New Roman"/>
            </a:endParaRPr>
          </a:p>
        </p:txBody>
      </p:sp>
      <p:sp>
        <p:nvSpPr>
          <p:cNvPr id="1344" name="PlaceHolder 5"/>
          <p:cNvSpPr>
            <a:spLocks noGrp="1"/>
          </p:cNvSpPr>
          <p:nvPr>
            <p:ph type="ftr" idx="47"/>
          </p:nvPr>
        </p:nvSpPr>
        <p:spPr>
          <a:xfrm>
            <a:off x="684360" y="6172200"/>
            <a:ext cx="7543440" cy="364680"/>
          </a:xfrm>
          <a:prstGeom prst="rect">
            <a:avLst/>
          </a:prstGeom>
          <a:noFill/>
          <a:ln w="0">
            <a:noFill/>
          </a:ln>
        </p:spPr>
        <p:txBody>
          <a:bodyPr lIns="91440" rIns="91440" tIns="45720" bIns="45720" anchor="t">
            <a:noAutofit/>
          </a:bodyPr>
          <a:lstStyle>
            <a:lvl1pPr indent="0" algn="ctr">
              <a:buNone/>
              <a:defRPr b="0" lang="es-ES" sz="1400" strike="noStrike" u="none">
                <a:solidFill>
                  <a:srgbClr val="ffffff"/>
                </a:solidFill>
                <a:uFillTx/>
                <a:latin typeface="Times New Roman"/>
              </a:defRPr>
            </a:lvl1pPr>
          </a:lstStyle>
          <a:p>
            <a:pPr indent="0" algn="ctr">
              <a:buNone/>
            </a:pPr>
            <a:r>
              <a:rPr b="0" lang="es-ES" sz="1400" strike="noStrike" u="none">
                <a:solidFill>
                  <a:srgbClr val="ffffff"/>
                </a:solidFill>
                <a:uFillTx/>
                <a:latin typeface="Times New Roman"/>
              </a:rPr>
              <a:t>&lt;pie de página&gt;</a:t>
            </a:r>
            <a:endParaRPr b="0" lang="es-ES" sz="1400" strike="noStrike" u="none">
              <a:solidFill>
                <a:srgbClr val="ffffff"/>
              </a:solidFill>
              <a:uFillTx/>
              <a:latin typeface="Times New Roman"/>
            </a:endParaRPr>
          </a:p>
        </p:txBody>
      </p:sp>
      <p:sp>
        <p:nvSpPr>
          <p:cNvPr id="1345" name="PlaceHolder 6"/>
          <p:cNvSpPr>
            <a:spLocks noGrp="1"/>
          </p:cNvSpPr>
          <p:nvPr>
            <p:ph type="sldNum" idx="48"/>
          </p:nvPr>
        </p:nvSpPr>
        <p:spPr>
          <a:xfrm>
            <a:off x="10363320" y="5578560"/>
            <a:ext cx="1141920" cy="6696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3200" strike="noStrike" u="none">
                <a:solidFill>
                  <a:schemeClr val="dk2">
                    <a:lumMod val="50000"/>
                  </a:schemeClr>
                </a:solidFill>
                <a:uFillTx/>
                <a:latin typeface="Century Gothic"/>
                <a:ea typeface="Arial"/>
              </a:defRPr>
            </a:lvl1pPr>
          </a:lstStyle>
          <a:p>
            <a:pPr indent="0" algn="r">
              <a:lnSpc>
                <a:spcPct val="100000"/>
              </a:lnSpc>
              <a:buNone/>
              <a:tabLst>
                <a:tab algn="l" pos="0"/>
              </a:tabLst>
            </a:pPr>
            <a:fld id="{B08C78A9-57B4-4D66-8D87-4E620D63D4EA}" type="slidenum">
              <a:rPr b="0" lang="es-ES" sz="3200" strike="noStrike" u="none">
                <a:solidFill>
                  <a:schemeClr val="dk2">
                    <a:lumMod val="50000"/>
                  </a:schemeClr>
                </a:solidFill>
                <a:uFillTx/>
                <a:latin typeface="Century Gothic"/>
                <a:ea typeface="Arial"/>
              </a:rPr>
              <a:t>&lt;número&gt;</a:t>
            </a:fld>
            <a:endParaRPr b="0" lang="es-ES" sz="3200" strike="noStrike" u="none">
              <a:solidFill>
                <a:srgbClr val="ffffff"/>
              </a:solidFill>
              <a:uFillTx/>
              <a:latin typeface="Times New Roman"/>
            </a:endParaRPr>
          </a:p>
        </p:txBody>
      </p:sp>
    </p:spTree>
  </p:cSld>
  <p:clrMap bg1="dk1" tx1="lt1" bg2="dk2" tx2="lt2" accent1="accent1" accent2="accent2" accent3="accent3" accent4="accent4" accent5="accent5" accent6="accent6" hlink="hlink" folHlink="folHlink"/>
  <p:sldLayoutIdLst>
    <p:sldLayoutId id="2147483740" r:id="rId2"/>
  </p:sldLayoutIdLst>
</p:sldMaster>
</file>

<file path=ppt/slideMasters/slideMaster4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10000">
              <a:srgbClr val="6bd1ec"/>
            </a:gs>
            <a:gs pos="100000">
              <a:srgbClr val="06588e"/>
            </a:gs>
          </a:gsLst>
          <a:lin ang="6120000"/>
        </a:gradFill>
      </p:bgPr>
    </p:bg>
    <p:spTree>
      <p:nvGrpSpPr>
        <p:cNvPr id="1" name=""/>
        <p:cNvGrpSpPr/>
        <p:nvPr/>
      </p:nvGrpSpPr>
      <p:grpSpPr>
        <a:xfrm>
          <a:off x="0" y="0"/>
          <a:ext cx="0" cy="0"/>
          <a:chOff x="0" y="0"/>
          <a:chExt cx="0" cy="0"/>
        </a:xfrm>
      </p:grpSpPr>
      <p:grpSp>
        <p:nvGrpSpPr>
          <p:cNvPr id="1346" name="Group 6"/>
          <p:cNvGrpSpPr/>
          <p:nvPr/>
        </p:nvGrpSpPr>
        <p:grpSpPr>
          <a:xfrm>
            <a:off x="9206640" y="2963160"/>
            <a:ext cx="2981880" cy="3209040"/>
            <a:chOff x="9206640" y="2963160"/>
            <a:chExt cx="2981880" cy="3209040"/>
          </a:xfrm>
        </p:grpSpPr>
        <p:cxnSp>
          <p:nvCxnSpPr>
            <p:cNvPr id="1347" name="Straight Connector 7"/>
            <p:cNvCxnSpPr/>
            <p:nvPr/>
          </p:nvCxnSpPr>
          <p:spPr>
            <a:xfrm flipH="1">
              <a:off x="11275920" y="2963160"/>
              <a:ext cx="912960" cy="913320"/>
            </a:xfrm>
            <a:prstGeom prst="straightConnector1">
              <a:avLst/>
            </a:prstGeom>
            <a:ln cap="rnd" w="9525">
              <a:solidFill>
                <a:srgbClr val="ffffff"/>
              </a:solidFill>
              <a:round/>
            </a:ln>
          </p:spPr>
        </p:cxnSp>
        <p:cxnSp>
          <p:nvCxnSpPr>
            <p:cNvPr id="1348" name="Straight Connector 8"/>
            <p:cNvCxnSpPr/>
            <p:nvPr/>
          </p:nvCxnSpPr>
          <p:spPr>
            <a:xfrm flipH="1">
              <a:off x="9206640" y="3190320"/>
              <a:ext cx="2982240" cy="2982240"/>
            </a:xfrm>
            <a:prstGeom prst="straightConnector1">
              <a:avLst/>
            </a:prstGeom>
            <a:ln cap="rnd" w="9525">
              <a:solidFill>
                <a:srgbClr val="ffffff"/>
              </a:solidFill>
              <a:round/>
            </a:ln>
          </p:spPr>
        </p:cxnSp>
        <p:cxnSp>
          <p:nvCxnSpPr>
            <p:cNvPr id="1349" name="Straight Connector 9"/>
            <p:cNvCxnSpPr/>
            <p:nvPr/>
          </p:nvCxnSpPr>
          <p:spPr>
            <a:xfrm flipH="1">
              <a:off x="10292040" y="3285000"/>
              <a:ext cx="1896840" cy="1896840"/>
            </a:xfrm>
            <a:prstGeom prst="straightConnector1">
              <a:avLst/>
            </a:prstGeom>
            <a:ln cap="rnd" w="9525">
              <a:solidFill>
                <a:srgbClr val="ffffff"/>
              </a:solidFill>
              <a:round/>
            </a:ln>
          </p:spPr>
        </p:cxnSp>
        <p:cxnSp>
          <p:nvCxnSpPr>
            <p:cNvPr id="1350" name="Straight Connector 10"/>
            <p:cNvCxnSpPr/>
            <p:nvPr/>
          </p:nvCxnSpPr>
          <p:spPr>
            <a:xfrm flipH="1">
              <a:off x="10442880" y="3130920"/>
              <a:ext cx="1746000" cy="1746000"/>
            </a:xfrm>
            <a:prstGeom prst="straightConnector1">
              <a:avLst/>
            </a:prstGeom>
            <a:ln cap="rnd" w="28575">
              <a:solidFill>
                <a:srgbClr val="ffffff"/>
              </a:solidFill>
              <a:round/>
            </a:ln>
          </p:spPr>
        </p:cxnSp>
        <p:cxnSp>
          <p:nvCxnSpPr>
            <p:cNvPr id="1351" name="Straight Connector 11"/>
            <p:cNvCxnSpPr/>
            <p:nvPr/>
          </p:nvCxnSpPr>
          <p:spPr>
            <a:xfrm flipH="1">
              <a:off x="10918800" y="3682800"/>
              <a:ext cx="1270080" cy="1270440"/>
            </a:xfrm>
            <a:prstGeom prst="straightConnector1">
              <a:avLst/>
            </a:prstGeom>
            <a:ln cap="rnd" w="28575">
              <a:solidFill>
                <a:srgbClr val="ffffff"/>
              </a:solidFill>
              <a:round/>
            </a:ln>
          </p:spPr>
        </p:cxnSp>
      </p:grpSp>
      <p:sp>
        <p:nvSpPr>
          <p:cNvPr id="1352" name="PlaceHolder 1"/>
          <p:cNvSpPr>
            <a:spLocks noGrp="1"/>
          </p:cNvSpPr>
          <p:nvPr>
            <p:ph type="title"/>
          </p:nvPr>
        </p:nvSpPr>
        <p:spPr>
          <a:xfrm>
            <a:off x="4722840" y="1447920"/>
            <a:ext cx="6019560" cy="1142640"/>
          </a:xfrm>
          <a:prstGeom prst="rect">
            <a:avLst/>
          </a:prstGeom>
          <a:noFill/>
          <a:ln w="0">
            <a:noFill/>
          </a:ln>
        </p:spPr>
        <p:txBody>
          <a:bodyPr lIns="91440" rIns="91440" tIns="45720" bIns="45720" anchor="b">
            <a:normAutofit/>
          </a:bodyPr>
          <a:p>
            <a:pPr indent="0" defTabSz="457200">
              <a:lnSpc>
                <a:spcPct val="100000"/>
              </a:lnSpc>
              <a:buNone/>
            </a:pPr>
            <a:r>
              <a:rPr b="0" lang="es-ES" sz="2800" strike="noStrike" u="none" cap="all">
                <a:solidFill>
                  <a:schemeClr val="lt1"/>
                </a:solidFill>
                <a:uFillTx/>
                <a:latin typeface="Century Gothic"/>
              </a:rPr>
              <a:t>Haga clic para modificar el estilo de título del patrón</a:t>
            </a:r>
            <a:endParaRPr b="0" lang="es-ES" sz="2800" strike="noStrike" u="none">
              <a:solidFill>
                <a:srgbClr val="000000"/>
              </a:solidFill>
              <a:uFillTx/>
              <a:latin typeface="Arial"/>
            </a:endParaRPr>
          </a:p>
        </p:txBody>
      </p:sp>
      <p:sp>
        <p:nvSpPr>
          <p:cNvPr id="1353" name="PlaceHolder 2"/>
          <p:cNvSpPr>
            <a:spLocks noGrp="1"/>
          </p:cNvSpPr>
          <p:nvPr>
            <p:ph type="body"/>
          </p:nvPr>
        </p:nvSpPr>
        <p:spPr>
          <a:xfrm>
            <a:off x="988920" y="914400"/>
            <a:ext cx="3280680" cy="4571640"/>
          </a:xfrm>
          <a:prstGeom prst="rect">
            <a:avLst/>
          </a:prstGeom>
          <a:noFill/>
          <a:ln w="15840">
            <a:solidFill>
              <a:schemeClr val="dk1">
                <a:alpha val="40000"/>
              </a:schemeClr>
            </a:solidFill>
            <a:round/>
          </a:ln>
        </p:spPr>
        <p:txBody>
          <a:bodyPr lIns="90000" rIns="90000" tIns="45000" bIns="45000" anchor="t">
            <a:normAutofit/>
          </a:bodyPr>
          <a:p>
            <a:pPr indent="0" algn="ctr">
              <a:lnSpc>
                <a:spcPct val="100000"/>
              </a:lnSpc>
              <a:buNone/>
              <a:tabLst>
                <a:tab algn="l" pos="0"/>
              </a:tabLst>
            </a:pPr>
            <a:r>
              <a:rPr b="0" lang="es-ES" sz="1600" strike="noStrike" u="none">
                <a:solidFill>
                  <a:srgbClr val="000000"/>
                </a:solidFill>
                <a:uFillTx/>
                <a:latin typeface="Arial"/>
                <a:ea typeface="Arial"/>
              </a:rPr>
              <a:t>Haga clic en el icono para agregar una imagen</a:t>
            </a:r>
            <a:endParaRPr b="0" lang="es-ES" sz="1600" strike="noStrike" u="none">
              <a:solidFill>
                <a:schemeClr val="dk2">
                  <a:lumMod val="75000"/>
                </a:schemeClr>
              </a:solidFill>
              <a:uFillTx/>
              <a:latin typeface="Century Gothic"/>
            </a:endParaRPr>
          </a:p>
        </p:txBody>
      </p:sp>
      <p:sp>
        <p:nvSpPr>
          <p:cNvPr id="1354" name="PlaceHolder 3"/>
          <p:cNvSpPr>
            <a:spLocks noGrp="1"/>
          </p:cNvSpPr>
          <p:nvPr>
            <p:ph type="body"/>
          </p:nvPr>
        </p:nvSpPr>
        <p:spPr>
          <a:xfrm>
            <a:off x="4722840" y="2777040"/>
            <a:ext cx="6021000" cy="2048400"/>
          </a:xfrm>
          <a:prstGeom prst="rect">
            <a:avLst/>
          </a:prstGeom>
          <a:noFill/>
          <a:ln w="0">
            <a:noFill/>
          </a:ln>
        </p:spPr>
        <p:txBody>
          <a:bodyPr lIns="91440" rIns="91440" tIns="45720" bIns="45720" anchor="t">
            <a:normAutofit/>
          </a:bodyPr>
          <a:p>
            <a:pPr indent="0" defTabSz="457200">
              <a:lnSpc>
                <a:spcPct val="100000"/>
              </a:lnSpc>
              <a:spcBef>
                <a:spcPts val="360"/>
              </a:spcBef>
              <a:spcAft>
                <a:spcPts val="601"/>
              </a:spcAft>
              <a:buNone/>
              <a:tabLst>
                <a:tab algn="l" pos="0"/>
              </a:tabLst>
            </a:pPr>
            <a:r>
              <a:rPr b="0" lang="es-ES" sz="1800" strike="noStrike" u="none">
                <a:solidFill>
                  <a:schemeClr val="dk2">
                    <a:lumMod val="75000"/>
                  </a:schemeClr>
                </a:solidFill>
                <a:uFillTx/>
                <a:latin typeface="Century Gothic"/>
              </a:rPr>
              <a:t>Editar el estilo de texto del patrón</a:t>
            </a:r>
            <a:endParaRPr b="0" lang="es-ES" sz="1800" strike="noStrike" u="none">
              <a:solidFill>
                <a:schemeClr val="dk2">
                  <a:lumMod val="75000"/>
                </a:schemeClr>
              </a:solidFill>
              <a:uFillTx/>
              <a:latin typeface="Century Gothic"/>
            </a:endParaRPr>
          </a:p>
        </p:txBody>
      </p:sp>
      <p:sp>
        <p:nvSpPr>
          <p:cNvPr id="1355" name="PlaceHolder 4"/>
          <p:cNvSpPr>
            <a:spLocks noGrp="1"/>
          </p:cNvSpPr>
          <p:nvPr>
            <p:ph type="dt" idx="49"/>
          </p:nvPr>
        </p:nvSpPr>
        <p:spPr>
          <a:xfrm>
            <a:off x="9904320" y="6172200"/>
            <a:ext cx="1599840" cy="364680"/>
          </a:xfrm>
          <a:prstGeom prst="rect">
            <a:avLst/>
          </a:prstGeom>
          <a:noFill/>
          <a:ln w="0">
            <a:noFill/>
          </a:ln>
        </p:spPr>
        <p:txBody>
          <a:bodyPr lIns="91440" rIns="91440" tIns="45720" bIns="45720" anchor="t">
            <a:noAutofit/>
          </a:bodyPr>
          <a:lstStyle>
            <a:lvl1pPr indent="0">
              <a:buNone/>
              <a:defRPr b="0" lang="es-ES" sz="1400" strike="noStrike" u="none">
                <a:solidFill>
                  <a:srgbClr val="ffffff"/>
                </a:solidFill>
                <a:uFillTx/>
                <a:latin typeface="Times New Roman"/>
              </a:defRPr>
            </a:lvl1pPr>
          </a:lstStyle>
          <a:p>
            <a:pPr indent="0">
              <a:buNone/>
            </a:pPr>
            <a:r>
              <a:rPr b="0" lang="es-ES" sz="1400" strike="noStrike" u="none">
                <a:solidFill>
                  <a:srgbClr val="ffffff"/>
                </a:solidFill>
                <a:uFillTx/>
                <a:latin typeface="Times New Roman"/>
              </a:rPr>
              <a:t>&lt;fecha/hora&gt;</a:t>
            </a:r>
            <a:endParaRPr b="0" lang="es-ES" sz="1400" strike="noStrike" u="none">
              <a:solidFill>
                <a:srgbClr val="ffffff"/>
              </a:solidFill>
              <a:uFillTx/>
              <a:latin typeface="Times New Roman"/>
            </a:endParaRPr>
          </a:p>
        </p:txBody>
      </p:sp>
      <p:sp>
        <p:nvSpPr>
          <p:cNvPr id="1356" name="PlaceHolder 5"/>
          <p:cNvSpPr>
            <a:spLocks noGrp="1"/>
          </p:cNvSpPr>
          <p:nvPr>
            <p:ph type="ftr" idx="50"/>
          </p:nvPr>
        </p:nvSpPr>
        <p:spPr>
          <a:xfrm>
            <a:off x="684360" y="6172200"/>
            <a:ext cx="7543440" cy="364680"/>
          </a:xfrm>
          <a:prstGeom prst="rect">
            <a:avLst/>
          </a:prstGeom>
          <a:noFill/>
          <a:ln w="0">
            <a:noFill/>
          </a:ln>
        </p:spPr>
        <p:txBody>
          <a:bodyPr lIns="91440" rIns="91440" tIns="45720" bIns="45720" anchor="t">
            <a:noAutofit/>
          </a:bodyPr>
          <a:lstStyle>
            <a:lvl1pPr indent="0" algn="ctr">
              <a:buNone/>
              <a:defRPr b="0" lang="es-ES" sz="1400" strike="noStrike" u="none">
                <a:solidFill>
                  <a:srgbClr val="ffffff"/>
                </a:solidFill>
                <a:uFillTx/>
                <a:latin typeface="Times New Roman"/>
              </a:defRPr>
            </a:lvl1pPr>
          </a:lstStyle>
          <a:p>
            <a:pPr indent="0" algn="ctr">
              <a:buNone/>
            </a:pPr>
            <a:r>
              <a:rPr b="0" lang="es-ES" sz="1400" strike="noStrike" u="none">
                <a:solidFill>
                  <a:srgbClr val="ffffff"/>
                </a:solidFill>
                <a:uFillTx/>
                <a:latin typeface="Times New Roman"/>
              </a:rPr>
              <a:t>&lt;pie de página&gt;</a:t>
            </a:r>
            <a:endParaRPr b="0" lang="es-ES" sz="1400" strike="noStrike" u="none">
              <a:solidFill>
                <a:srgbClr val="ffffff"/>
              </a:solidFill>
              <a:uFillTx/>
              <a:latin typeface="Times New Roman"/>
            </a:endParaRPr>
          </a:p>
        </p:txBody>
      </p:sp>
      <p:sp>
        <p:nvSpPr>
          <p:cNvPr id="1357" name="PlaceHolder 6"/>
          <p:cNvSpPr>
            <a:spLocks noGrp="1"/>
          </p:cNvSpPr>
          <p:nvPr>
            <p:ph type="sldNum" idx="51"/>
          </p:nvPr>
        </p:nvSpPr>
        <p:spPr>
          <a:xfrm>
            <a:off x="10363320" y="5578560"/>
            <a:ext cx="1141920" cy="6696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3200" strike="noStrike" u="none">
                <a:solidFill>
                  <a:schemeClr val="dk2">
                    <a:lumMod val="50000"/>
                  </a:schemeClr>
                </a:solidFill>
                <a:uFillTx/>
                <a:latin typeface="Century Gothic"/>
                <a:ea typeface="Arial"/>
              </a:defRPr>
            </a:lvl1pPr>
          </a:lstStyle>
          <a:p>
            <a:pPr indent="0" algn="r">
              <a:lnSpc>
                <a:spcPct val="100000"/>
              </a:lnSpc>
              <a:buNone/>
              <a:tabLst>
                <a:tab algn="l" pos="0"/>
              </a:tabLst>
            </a:pPr>
            <a:fld id="{790D3ADF-9066-4783-BC07-9B1A67D1A174}" type="slidenum">
              <a:rPr b="0" lang="es-ES" sz="3200" strike="noStrike" u="none">
                <a:solidFill>
                  <a:schemeClr val="dk2">
                    <a:lumMod val="50000"/>
                  </a:schemeClr>
                </a:solidFill>
                <a:uFillTx/>
                <a:latin typeface="Century Gothic"/>
                <a:ea typeface="Arial"/>
              </a:rPr>
              <a:t>&lt;número&gt;</a:t>
            </a:fld>
            <a:endParaRPr b="0" lang="es-ES" sz="3200" strike="noStrike" u="none">
              <a:solidFill>
                <a:srgbClr val="ffffff"/>
              </a:solidFill>
              <a:uFillTx/>
              <a:latin typeface="Times New Roman"/>
            </a:endParaRPr>
          </a:p>
        </p:txBody>
      </p:sp>
    </p:spTree>
  </p:cSld>
  <p:clrMap bg1="dk1" tx1="lt1" bg2="dk2" tx2="lt2" accent1="accent1" accent2="accent2" accent3="accent3" accent4="accent4" accent5="accent5" accent6="accent6" hlink="hlink" folHlink="folHlink"/>
  <p:sldLayoutIdLst>
    <p:sldLayoutId id="2147483742"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4.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0.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0.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0.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0.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0.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0.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0.xml"/>
</Relationships>
</file>

<file path=ppt/slides/_rels/slide1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hyperlink" Target="https://docs.unity3d.com/Packages/com.unity.test-framework@1.3/manual/index.html" TargetMode="External"/><Relationship Id="rId3" Type="http://schemas.openxmlformats.org/officeDocument/2006/relationships/hyperlink" Target="https://docs.unity3d.com/Packages/com.unity.test-framework@1.3/manual/index.html" TargetMode="External"/><Relationship Id="rId4" Type="http://schemas.openxmlformats.org/officeDocument/2006/relationships/hyperlink" Target="https://docs.nunit.org/" TargetMode="External"/><Relationship Id="rId5" Type="http://schemas.openxmlformats.org/officeDocument/2006/relationships/hyperlink" Target="https://docs.nunit.org/" TargetMode="External"/><Relationship Id="rId6" Type="http://schemas.openxmlformats.org/officeDocument/2006/relationships/slideLayout" Target="../slideLayouts/slideLayout4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0.xml"/>
</Relationships>
</file>

<file path=ppt/slides/_rels/slide1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0.xml"/>
</Relationships>
</file>

<file path=ppt/slides/_rels/slide13.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0.xml"/>
</Relationships>
</file>

<file path=ppt/slides/_rels/slide1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0.xml"/>
</Relationships>
</file>

<file path=ppt/slides/_rels/slide1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0.xml"/>
</Relationships>
</file>

<file path=ppt/slides/_rels/slide1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40.xml"/>
</Relationships>
</file>

<file path=ppt/slides/_rels/slide1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40.xml"/>
</Relationships>
</file>

<file path=ppt/slides/_rels/slide18.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40.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0.xml"/>
</Relationships>
</file>

<file path=ppt/slides/_rels/slide2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40.xml"/>
</Relationships>
</file>

<file path=ppt/slides/_rels/slide21.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40.xml"/>
</Relationships>
</file>

<file path=ppt/slides/_rels/slide22.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40.xml"/>
</Relationships>
</file>

<file path=ppt/slides/_rels/slide23.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0.xml"/>
</Relationships>
</file>

<file path=ppt/slides/_rels/slide24.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40.xml"/>
</Relationships>
</file>

<file path=ppt/slides/_rels/slide25.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40.xml"/>
</Relationships>
</file>

<file path=ppt/slides/_rels/slide26.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40.xml"/>
</Relationships>
</file>

<file path=ppt/slides/_rels/slide27.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40.xml"/>
</Relationships>
</file>

<file path=ppt/slides/_rels/slide28.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40.xml"/>
</Relationships>
</file>

<file path=ppt/slides/_rels/slide29.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40.xml"/>
</Relationships>
</file>

<file path=ppt/slides/_rels/slide30.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40.xml"/>
</Relationships>
</file>

<file path=ppt/slides/_rels/slide31.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40.xml"/>
</Relationships>
</file>

<file path=ppt/slides/_rels/slide32.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40.xml"/>
</Relationships>
</file>

<file path=ppt/slides/_rels/slide33.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40.xml"/>
</Relationships>
</file>

<file path=ppt/slides/_rels/slide34.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0.xml"/>
</Relationships>
</file>

<file path=ppt/slides/_rels/slide35.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40.xml"/>
</Relationships>
</file>

<file path=ppt/slides/_rels/slide36.xml.rels><?xml version="1.0" encoding="UTF-8"?>
<Relationships xmlns="http://schemas.openxmlformats.org/package/2006/relationships"><Relationship Id="rId1" Type="http://schemas.openxmlformats.org/officeDocument/2006/relationships/hyperlink" Target="https://docs.unity3d.com/Packages/com.unity.test-framework@1.1/manual/index.html" TargetMode="External"/><Relationship Id="rId2" Type="http://schemas.openxmlformats.org/officeDocument/2006/relationships/hyperlink" Target="https://docs.unity3d.com/Packages/com.unity.inputsystem@1.1/manual/Testing.html" TargetMode="External"/><Relationship Id="rId3" Type="http://schemas.openxmlformats.org/officeDocument/2006/relationships/hyperlink" Target="https://docs.unity3d.com/Packages/com.unity.inputsystem@1.1/manual/Testing.html" TargetMode="External"/><Relationship Id="rId4" Type="http://schemas.openxmlformats.org/officeDocument/2006/relationships/hyperlink" Target="https://docs.unity3d.com/Packages/com.unity.inputsystem@1.1/manual/Testing.html" TargetMode="External"/><Relationship Id="rId5" Type="http://schemas.openxmlformats.org/officeDocument/2006/relationships/hyperlink" Target="https://docs.unity3d.com/Packages/com.unity.inputsystem@1.1/manual/Testing.html" TargetMode="External"/><Relationship Id="rId6" Type="http://schemas.openxmlformats.org/officeDocument/2006/relationships/hyperlink" Target="https://docs.unity3d.com/Packages/com.unity.inputsystem@1.1/manual/Testing.html" TargetMode="External"/><Relationship Id="rId7" Type="http://schemas.openxmlformats.org/officeDocument/2006/relationships/slideLayout" Target="../slideLayouts/slideLayout4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4" name="Google Shape;548;p66"/>
          <p:cNvSpPr/>
          <p:nvPr/>
        </p:nvSpPr>
        <p:spPr>
          <a:xfrm>
            <a:off x="1876320" y="1122480"/>
            <a:ext cx="8790840" cy="2386800"/>
          </a:xfrm>
          <a:prstGeom prst="rect">
            <a:avLst/>
          </a:prstGeom>
          <a:noFill/>
          <a:ln w="0">
            <a:noFill/>
          </a:ln>
        </p:spPr>
        <p:style>
          <a:lnRef idx="0"/>
          <a:fillRef idx="0"/>
          <a:effectRef idx="0"/>
          <a:fontRef idx="minor"/>
        </p:style>
        <p:txBody>
          <a:bodyPr anchor="b">
            <a:noAutofit/>
          </a:bodyPr>
          <a:p>
            <a:pPr>
              <a:lnSpc>
                <a:spcPct val="90000"/>
              </a:lnSpc>
              <a:tabLst>
                <a:tab algn="l" pos="0"/>
              </a:tabLst>
            </a:pPr>
            <a:r>
              <a:rPr b="0" lang="es-ES" sz="4800" strike="noStrike" u="none">
                <a:solidFill>
                  <a:srgbClr val="ffffff"/>
                </a:solidFill>
                <a:uFillTx/>
                <a:latin typeface="Twentieth Century"/>
                <a:ea typeface="Twentieth Century"/>
              </a:rPr>
              <a:t>UNITY UNIT TESTING </a:t>
            </a:r>
            <a:br>
              <a:rPr sz="1800"/>
            </a:br>
            <a:r>
              <a:rPr b="0" lang="es-ES" sz="2800" strike="noStrike" u="none">
                <a:solidFill>
                  <a:srgbClr val="ffffff"/>
                </a:solidFill>
                <a:uFillTx/>
                <a:latin typeface="Twentieth Century"/>
                <a:ea typeface="Twentieth Century"/>
              </a:rPr>
              <a:t>UNIDAD III</a:t>
            </a:r>
            <a:br>
              <a:rPr sz="2800"/>
            </a:br>
            <a:endParaRPr b="0" lang="es-ES" sz="2800" strike="noStrike" u="none">
              <a:solidFill>
                <a:srgbClr val="ffffff"/>
              </a:solidFill>
              <a:uFillTx/>
              <a:latin typeface="Arial"/>
            </a:endParaRPr>
          </a:p>
        </p:txBody>
      </p:sp>
      <p:sp>
        <p:nvSpPr>
          <p:cNvPr id="1365" name="Google Shape;549;p66"/>
          <p:cNvSpPr/>
          <p:nvPr/>
        </p:nvSpPr>
        <p:spPr>
          <a:xfrm>
            <a:off x="1876320" y="3602160"/>
            <a:ext cx="8790840" cy="1654920"/>
          </a:xfrm>
          <a:prstGeom prst="rect">
            <a:avLst/>
          </a:prstGeom>
          <a:noFill/>
          <a:ln w="0">
            <a:noFill/>
          </a:ln>
        </p:spPr>
        <p:style>
          <a:lnRef idx="0"/>
          <a:fillRef idx="0"/>
          <a:effectRef idx="0"/>
          <a:fontRef idx="minor"/>
        </p:style>
        <p:txBody>
          <a:bodyPr anchor="t">
            <a:noAutofit/>
          </a:bodyPr>
          <a:p>
            <a:pPr>
              <a:lnSpc>
                <a:spcPct val="120000"/>
              </a:lnSpc>
              <a:tabLst>
                <a:tab algn="l" pos="0"/>
              </a:tabLst>
            </a:pPr>
            <a:r>
              <a:rPr b="1" lang="es-ES" sz="2000" strike="noStrike" u="none">
                <a:solidFill>
                  <a:srgbClr val="82ffff"/>
                </a:solidFill>
                <a:uFillTx/>
                <a:latin typeface="Twentieth Century"/>
                <a:ea typeface="Twentieth Century"/>
              </a:rPr>
              <a:t>DISEÑO SEGÚN PLATAFORMA DE JUEGOS</a:t>
            </a:r>
            <a:endParaRPr b="0" lang="es-ES" sz="2000" strike="noStrike" u="none">
              <a:solidFill>
                <a:srgbClr val="ffffff"/>
              </a:solidFill>
              <a:uFillTx/>
              <a:latin typeface="Arial"/>
            </a:endParaRPr>
          </a:p>
          <a:p>
            <a:pPr>
              <a:lnSpc>
                <a:spcPct val="120000"/>
              </a:lnSpc>
              <a:spcBef>
                <a:spcPts val="1001"/>
              </a:spcBef>
              <a:tabLst>
                <a:tab algn="l" pos="0"/>
              </a:tabLst>
            </a:pPr>
            <a:r>
              <a:rPr b="1" lang="es-ES" sz="2000" strike="noStrike" u="none">
                <a:solidFill>
                  <a:srgbClr val="82ffff"/>
                </a:solidFill>
                <a:uFillTx/>
                <a:latin typeface="Twentieth Century"/>
                <a:ea typeface="Twentieth Century"/>
              </a:rPr>
              <a:t>ING. DANIELA RAMIREZ</a:t>
            </a:r>
            <a:endParaRPr b="0" lang="es-ES" sz="20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6" name="Google Shape;555;p67"/>
          <p:cNvSpPr/>
          <p:nvPr/>
        </p:nvSpPr>
        <p:spPr>
          <a:xfrm>
            <a:off x="599040" y="355320"/>
            <a:ext cx="11042280" cy="1477800"/>
          </a:xfrm>
          <a:prstGeom prst="rect">
            <a:avLst/>
          </a:prstGeom>
          <a:noFill/>
          <a:ln w="0">
            <a:noFill/>
          </a:ln>
        </p:spPr>
        <p:style>
          <a:lnRef idx="0"/>
          <a:fillRef idx="0"/>
          <a:effectRef idx="0"/>
          <a:fontRef idx="minor"/>
        </p:style>
        <p:txBody>
          <a:bodyPr anchor="ctr">
            <a:normAutofit/>
          </a:bodyPr>
          <a:p>
            <a:pPr algn="just">
              <a:lnSpc>
                <a:spcPct val="90000"/>
              </a:lnSpc>
              <a:tabLst>
                <a:tab algn="l" pos="0"/>
              </a:tabLst>
            </a:pPr>
            <a:r>
              <a:rPr b="0" lang="es-ES" sz="2200" strike="noStrike" u="none">
                <a:solidFill>
                  <a:srgbClr val="ffffff"/>
                </a:solidFill>
                <a:uFillTx/>
                <a:latin typeface="Twentieth Century"/>
                <a:ea typeface="Twentieth Century"/>
              </a:rPr>
              <a:t>Una </a:t>
            </a:r>
            <a:r>
              <a:rPr b="1" lang="es-ES" sz="2200" strike="noStrike" u="none">
                <a:solidFill>
                  <a:srgbClr val="ffffff"/>
                </a:solidFill>
                <a:uFillTx/>
                <a:latin typeface="Twentieth Century"/>
                <a:ea typeface="Twentieth Century"/>
              </a:rPr>
              <a:t>PRUEBA UNITARIA</a:t>
            </a:r>
            <a:r>
              <a:rPr b="0" lang="es-ES" sz="2200" strike="noStrike" u="none">
                <a:solidFill>
                  <a:srgbClr val="ffffff"/>
                </a:solidFill>
                <a:uFillTx/>
                <a:latin typeface="Twentieth Century"/>
                <a:ea typeface="Twentieth Century"/>
              </a:rPr>
              <a:t> prueba una única "unidad" de código. lo que constituye exactamente una "unidad" varía, pero lo importante que hay que tener en cuenta es que una prueba unitaria debe probar una cosa a la vez. por lo general, se trata de un único método en la lógica del juego.</a:t>
            </a:r>
            <a:endParaRPr b="0" lang="es-ES" sz="2200" strike="noStrike" u="none">
              <a:solidFill>
                <a:srgbClr val="ffffff"/>
              </a:solidFill>
              <a:uFillTx/>
              <a:latin typeface="Arial"/>
            </a:endParaRPr>
          </a:p>
        </p:txBody>
      </p:sp>
      <p:pic>
        <p:nvPicPr>
          <p:cNvPr id="1367" name="Google Shape;556;p67" descr=""/>
          <p:cNvPicPr/>
          <p:nvPr/>
        </p:nvPicPr>
        <p:blipFill>
          <a:blip r:embed="rId1"/>
          <a:stretch/>
        </p:blipFill>
        <p:spPr>
          <a:xfrm>
            <a:off x="2895480" y="1989360"/>
            <a:ext cx="6136920" cy="2987640"/>
          </a:xfrm>
          <a:prstGeom prst="rect">
            <a:avLst/>
          </a:prstGeom>
          <a:ln w="0">
            <a:noFill/>
          </a:ln>
        </p:spPr>
      </p:pic>
      <p:sp>
        <p:nvSpPr>
          <p:cNvPr id="1368" name="Google Shape;557;p67"/>
          <p:cNvSpPr/>
          <p:nvPr/>
        </p:nvSpPr>
        <p:spPr>
          <a:xfrm>
            <a:off x="550080" y="5132880"/>
            <a:ext cx="11091240" cy="1477800"/>
          </a:xfrm>
          <a:prstGeom prst="rect">
            <a:avLst/>
          </a:prstGeom>
          <a:noFill/>
          <a:ln w="0">
            <a:noFill/>
          </a:ln>
        </p:spPr>
        <p:style>
          <a:lnRef idx="0"/>
          <a:fillRef idx="0"/>
          <a:effectRef idx="0"/>
          <a:fontRef idx="minor"/>
        </p:style>
        <p:txBody>
          <a:bodyPr anchor="ctr">
            <a:noAutofit/>
          </a:bodyPr>
          <a:p>
            <a:pPr algn="just">
              <a:lnSpc>
                <a:spcPct val="90000"/>
              </a:lnSpc>
              <a:tabLst>
                <a:tab algn="l" pos="0"/>
              </a:tabLst>
            </a:pPr>
            <a:r>
              <a:rPr b="0" lang="es-ES" sz="2200" strike="noStrike" u="none">
                <a:solidFill>
                  <a:srgbClr val="ffffff"/>
                </a:solidFill>
                <a:uFillTx/>
                <a:latin typeface="Twentieth Century"/>
                <a:ea typeface="Twentieth Century"/>
              </a:rPr>
              <a:t>Cada prueba unitaria que escribes forma parte de un conjunto de pruebas . Un conjunto de pruebas contiene todas las pruebas unitarias relacionadas con una agrupación lógica de funcionalidades. Si falla alguna prueba individual de un conjunto de pruebas, falla todo el conjunto de pruebas.</a:t>
            </a:r>
            <a:endParaRPr b="0" lang="es-ES" sz="22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9" name="Google Shape;562;p68"/>
          <p:cNvSpPr/>
          <p:nvPr/>
        </p:nvSpPr>
        <p:spPr>
          <a:xfrm>
            <a:off x="1141560" y="618480"/>
            <a:ext cx="9905400" cy="1477800"/>
          </a:xfrm>
          <a:prstGeom prst="rect">
            <a:avLst/>
          </a:prstGeom>
          <a:noFill/>
          <a:ln w="0">
            <a:noFill/>
          </a:ln>
        </p:spPr>
        <p:style>
          <a:lnRef idx="0"/>
          <a:fillRef idx="0"/>
          <a:effectRef idx="0"/>
          <a:fontRef idx="minor"/>
        </p:style>
        <p:txBody>
          <a:bodyPr anchor="ctr">
            <a:normAutofit/>
          </a:bodyPr>
          <a:p>
            <a:pPr algn="just">
              <a:lnSpc>
                <a:spcPct val="90000"/>
              </a:lnSpc>
              <a:tabLst>
                <a:tab algn="l" pos="0"/>
              </a:tabLst>
            </a:pPr>
            <a:r>
              <a:rPr b="1" lang="es-ES" sz="2200" strike="noStrike" u="none">
                <a:solidFill>
                  <a:srgbClr val="ffffff"/>
                </a:solidFill>
                <a:uFillTx/>
                <a:latin typeface="Twentieth Century"/>
                <a:ea typeface="Twentieth Century"/>
              </a:rPr>
              <a:t>Descarga</a:t>
            </a:r>
            <a:r>
              <a:rPr b="0" lang="es-ES" sz="2200" strike="noStrike" u="none">
                <a:solidFill>
                  <a:srgbClr val="ffffff"/>
                </a:solidFill>
                <a:uFillTx/>
                <a:latin typeface="Twentieth Century"/>
                <a:ea typeface="Twentieth Century"/>
              </a:rPr>
              <a:t> El Proyecto Inicial Haciendo clic en el enlace </a:t>
            </a:r>
            <a:r>
              <a:rPr b="1" lang="es-ES" sz="2200" strike="noStrike" u="none">
                <a:solidFill>
                  <a:srgbClr val="ffffff"/>
                </a:solidFill>
                <a:uFillTx/>
                <a:latin typeface="Twentieth Century"/>
                <a:ea typeface="Twentieth Century"/>
              </a:rPr>
              <a:t>Descargar Materiales</a:t>
            </a:r>
            <a:r>
              <a:rPr b="0" lang="es-ES" sz="2200" strike="noStrike" u="none">
                <a:solidFill>
                  <a:srgbClr val="ffffff"/>
                </a:solidFill>
                <a:uFillTx/>
                <a:latin typeface="Twentieth Century"/>
                <a:ea typeface="Twentieth Century"/>
              </a:rPr>
              <a:t> . Abre La Escena </a:t>
            </a:r>
            <a:r>
              <a:rPr b="1" lang="es-ES" sz="2200" strike="noStrike" u="none">
                <a:solidFill>
                  <a:srgbClr val="ffffff"/>
                </a:solidFill>
                <a:uFillTx/>
                <a:latin typeface="Twentieth Century"/>
                <a:ea typeface="Twentieth Century"/>
              </a:rPr>
              <a:t>del Juego en Recursos/Escenas</a:t>
            </a:r>
            <a:r>
              <a:rPr b="0" lang="es-ES" sz="2200" strike="noStrike" u="none">
                <a:solidFill>
                  <a:srgbClr val="ffffff"/>
                </a:solidFill>
                <a:uFillTx/>
                <a:latin typeface="Twentieth Century"/>
                <a:ea typeface="Twentieth Century"/>
              </a:rPr>
              <a:t> .</a:t>
            </a:r>
            <a:endParaRPr b="0" lang="es-ES" sz="2200" strike="noStrike" u="none">
              <a:solidFill>
                <a:srgbClr val="ffffff"/>
              </a:solidFill>
              <a:uFillTx/>
              <a:latin typeface="Arial"/>
            </a:endParaRPr>
          </a:p>
        </p:txBody>
      </p:sp>
      <p:pic>
        <p:nvPicPr>
          <p:cNvPr id="1370" name="Google Shape;563;p68" descr=""/>
          <p:cNvPicPr/>
          <p:nvPr/>
        </p:nvPicPr>
        <p:blipFill>
          <a:blip r:embed="rId1"/>
          <a:stretch/>
        </p:blipFill>
        <p:spPr>
          <a:xfrm>
            <a:off x="2932560" y="2249640"/>
            <a:ext cx="6323040" cy="354096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1" name="Google Shape;568;p69"/>
          <p:cNvSpPr/>
          <p:nvPr/>
        </p:nvSpPr>
        <p:spPr>
          <a:xfrm>
            <a:off x="686880" y="196920"/>
            <a:ext cx="10972080" cy="1477800"/>
          </a:xfrm>
          <a:prstGeom prst="rect">
            <a:avLst/>
          </a:prstGeom>
          <a:noFill/>
          <a:ln w="0">
            <a:noFill/>
          </a:ln>
        </p:spPr>
        <p:style>
          <a:lnRef idx="0"/>
          <a:fillRef idx="0"/>
          <a:effectRef idx="0"/>
          <a:fontRef idx="minor"/>
        </p:style>
        <p:txBody>
          <a:bodyPr anchor="ctr">
            <a:normAutofit/>
          </a:bodyPr>
          <a:p>
            <a:pPr algn="just">
              <a:lnSpc>
                <a:spcPct val="90000"/>
              </a:lnSpc>
              <a:tabLst>
                <a:tab algn="l" pos="0"/>
              </a:tabLst>
            </a:pPr>
            <a:r>
              <a:rPr b="0" lang="es-ES" sz="2200" strike="noStrike" u="none">
                <a:solidFill>
                  <a:srgbClr val="ffffff"/>
                </a:solidFill>
                <a:uFillTx/>
                <a:latin typeface="Twentieth Century"/>
                <a:ea typeface="Twentieth Century"/>
              </a:rPr>
              <a:t>Haz clic en </a:t>
            </a:r>
            <a:r>
              <a:rPr b="1" lang="es-ES" sz="2200" strike="noStrike" u="none">
                <a:solidFill>
                  <a:srgbClr val="ffffff"/>
                </a:solidFill>
                <a:uFillTx/>
                <a:latin typeface="Twentieth Century"/>
                <a:ea typeface="Twentieth Century"/>
              </a:rPr>
              <a:t>Jugar</a:t>
            </a:r>
            <a:r>
              <a:rPr b="0" lang="es-ES" sz="2200" strike="noStrike" u="none">
                <a:solidFill>
                  <a:srgbClr val="ffffff"/>
                </a:solidFill>
                <a:uFillTx/>
                <a:latin typeface="Twentieth Century"/>
                <a:ea typeface="Twentieth Century"/>
              </a:rPr>
              <a:t> Para Iniciar </a:t>
            </a:r>
            <a:r>
              <a:rPr b="1" lang="es-ES" sz="2200" strike="noStrike" u="none">
                <a:solidFill>
                  <a:srgbClr val="ffffff"/>
                </a:solidFill>
                <a:uFillTx/>
                <a:latin typeface="Twentieth Century"/>
                <a:ea typeface="Twentieth Century"/>
              </a:rPr>
              <a:t>Crashteroids</a:t>
            </a:r>
            <a:r>
              <a:rPr b="0" lang="es-ES" sz="2200" strike="noStrike" u="none">
                <a:solidFill>
                  <a:srgbClr val="ffffff"/>
                </a:solidFill>
                <a:uFillTx/>
                <a:latin typeface="Twentieth Century"/>
                <a:ea typeface="Twentieth Century"/>
              </a:rPr>
              <a:t> Y, A Continuación, Haz Clic En El Botón </a:t>
            </a:r>
            <a:r>
              <a:rPr b="1" lang="es-ES" sz="2200" strike="noStrike" u="none">
                <a:solidFill>
                  <a:srgbClr val="ffffff"/>
                </a:solidFill>
                <a:uFillTx/>
                <a:latin typeface="Twentieth Century"/>
                <a:ea typeface="Twentieth Century"/>
              </a:rPr>
              <a:t>Iniciar Juego</a:t>
            </a:r>
            <a:r>
              <a:rPr b="0" lang="es-ES" sz="2200" strike="noStrike" u="none">
                <a:solidFill>
                  <a:srgbClr val="ffffff"/>
                </a:solidFill>
                <a:uFillTx/>
                <a:latin typeface="Twentieth Century"/>
                <a:ea typeface="Twentieth Century"/>
              </a:rPr>
              <a:t> . Usa Las Teclas De Flecha </a:t>
            </a:r>
            <a:r>
              <a:rPr b="1" lang="es-ES" sz="2200" strike="noStrike" u="none">
                <a:solidFill>
                  <a:srgbClr val="ffffff"/>
                </a:solidFill>
                <a:uFillTx/>
                <a:latin typeface="Twentieth Century"/>
                <a:ea typeface="Twentieth Century"/>
              </a:rPr>
              <a:t>Izquierda</a:t>
            </a:r>
            <a:r>
              <a:rPr b="0" lang="es-ES" sz="2200" strike="noStrike" u="none">
                <a:solidFill>
                  <a:srgbClr val="ffffff"/>
                </a:solidFill>
                <a:uFillTx/>
                <a:latin typeface="Twentieth Century"/>
                <a:ea typeface="Twentieth Century"/>
              </a:rPr>
              <a:t> Y </a:t>
            </a:r>
            <a:r>
              <a:rPr b="1" lang="es-ES" sz="2200" strike="noStrike" u="none">
                <a:solidFill>
                  <a:srgbClr val="ffffff"/>
                </a:solidFill>
                <a:uFillTx/>
                <a:latin typeface="Twentieth Century"/>
                <a:ea typeface="Twentieth Century"/>
              </a:rPr>
              <a:t>Derecha</a:t>
            </a:r>
            <a:r>
              <a:rPr b="0" lang="es-ES" sz="2200" strike="noStrike" u="none">
                <a:solidFill>
                  <a:srgbClr val="ffffff"/>
                </a:solidFill>
                <a:uFillTx/>
                <a:latin typeface="Twentieth Century"/>
                <a:ea typeface="Twentieth Century"/>
              </a:rPr>
              <a:t> Para Mover La Nave Espacial Hacia La Izquierda Y Hacia La Derecha.</a:t>
            </a:r>
            <a:endParaRPr b="0" lang="es-ES" sz="2200" strike="noStrike" u="none">
              <a:solidFill>
                <a:srgbClr val="ffffff"/>
              </a:solidFill>
              <a:uFillTx/>
              <a:latin typeface="Arial"/>
            </a:endParaRPr>
          </a:p>
        </p:txBody>
      </p:sp>
      <p:pic>
        <p:nvPicPr>
          <p:cNvPr id="1372" name="Google Shape;569;p69" descr=""/>
          <p:cNvPicPr/>
          <p:nvPr/>
        </p:nvPicPr>
        <p:blipFill>
          <a:blip r:embed="rId1"/>
          <a:stretch/>
        </p:blipFill>
        <p:spPr>
          <a:xfrm>
            <a:off x="2828520" y="1675080"/>
            <a:ext cx="6319800" cy="3540960"/>
          </a:xfrm>
          <a:prstGeom prst="rect">
            <a:avLst/>
          </a:prstGeom>
          <a:ln w="0">
            <a:noFill/>
          </a:ln>
        </p:spPr>
      </p:pic>
      <p:sp>
        <p:nvSpPr>
          <p:cNvPr id="1373" name="Google Shape;570;p69"/>
          <p:cNvSpPr/>
          <p:nvPr/>
        </p:nvSpPr>
        <p:spPr>
          <a:xfrm>
            <a:off x="502560" y="5216760"/>
            <a:ext cx="11315160" cy="1477800"/>
          </a:xfrm>
          <a:prstGeom prst="rect">
            <a:avLst/>
          </a:prstGeom>
          <a:noFill/>
          <a:ln w="0">
            <a:noFill/>
          </a:ln>
        </p:spPr>
        <p:style>
          <a:lnRef idx="0"/>
          <a:fillRef idx="0"/>
          <a:effectRef idx="0"/>
          <a:fontRef idx="minor"/>
        </p:style>
        <p:txBody>
          <a:bodyPr anchor="ctr">
            <a:noAutofit/>
          </a:bodyPr>
          <a:p>
            <a:pPr algn="just">
              <a:lnSpc>
                <a:spcPct val="90000"/>
              </a:lnSpc>
              <a:tabLst>
                <a:tab algn="l" pos="0"/>
              </a:tabLst>
            </a:pPr>
            <a:r>
              <a:rPr b="0" lang="es-ES" sz="2200" strike="noStrike" u="none">
                <a:solidFill>
                  <a:srgbClr val="ffffff"/>
                </a:solidFill>
                <a:uFillTx/>
                <a:latin typeface="Twentieth Century"/>
                <a:ea typeface="Twentieth Century"/>
              </a:rPr>
              <a:t>Haz clic en </a:t>
            </a:r>
            <a:r>
              <a:rPr b="1" lang="es-ES" sz="2200" strike="noStrike" u="none">
                <a:solidFill>
                  <a:srgbClr val="ffffff"/>
                </a:solidFill>
                <a:uFillTx/>
                <a:latin typeface="Twentieth Century"/>
                <a:ea typeface="Twentieth Century"/>
              </a:rPr>
              <a:t>Jugar</a:t>
            </a:r>
            <a:r>
              <a:rPr b="0" lang="es-ES" sz="2200" strike="noStrike" u="none">
                <a:solidFill>
                  <a:srgbClr val="ffffff"/>
                </a:solidFill>
                <a:uFillTx/>
                <a:latin typeface="Twentieth Century"/>
                <a:ea typeface="Twentieth Century"/>
              </a:rPr>
              <a:t> Para Iniciar </a:t>
            </a:r>
            <a:r>
              <a:rPr b="1" lang="es-ES" sz="2200" strike="noStrike" u="none">
                <a:solidFill>
                  <a:srgbClr val="ffffff"/>
                </a:solidFill>
                <a:uFillTx/>
                <a:latin typeface="Twentieth Century"/>
                <a:ea typeface="Twentieth Century"/>
              </a:rPr>
              <a:t>Crashteroids</a:t>
            </a:r>
            <a:r>
              <a:rPr b="0" lang="es-ES" sz="2200" strike="noStrike" u="none">
                <a:solidFill>
                  <a:srgbClr val="ffffff"/>
                </a:solidFill>
                <a:uFillTx/>
                <a:latin typeface="Twentieth Century"/>
                <a:ea typeface="Twentieth Century"/>
              </a:rPr>
              <a:t> Y, A Continuación, Haz Clic En El Botón </a:t>
            </a:r>
            <a:r>
              <a:rPr b="1" lang="es-ES" sz="2200" strike="noStrike" u="none">
                <a:solidFill>
                  <a:srgbClr val="ffffff"/>
                </a:solidFill>
                <a:uFillTx/>
                <a:latin typeface="Twentieth Century"/>
                <a:ea typeface="Twentieth Century"/>
              </a:rPr>
              <a:t>Iniciar Juego</a:t>
            </a:r>
            <a:r>
              <a:rPr b="0" lang="es-ES" sz="2200" strike="noStrike" u="none">
                <a:solidFill>
                  <a:srgbClr val="ffffff"/>
                </a:solidFill>
                <a:uFillTx/>
                <a:latin typeface="Twentieth Century"/>
                <a:ea typeface="Twentieth Century"/>
              </a:rPr>
              <a:t> . Usa Las Teclas De Flecha </a:t>
            </a:r>
            <a:r>
              <a:rPr b="1" lang="es-ES" sz="2200" strike="noStrike" u="none">
                <a:solidFill>
                  <a:srgbClr val="ffffff"/>
                </a:solidFill>
                <a:uFillTx/>
                <a:latin typeface="Twentieth Century"/>
                <a:ea typeface="Twentieth Century"/>
              </a:rPr>
              <a:t>Izquierda</a:t>
            </a:r>
            <a:r>
              <a:rPr b="0" lang="es-ES" sz="2200" strike="noStrike" u="none">
                <a:solidFill>
                  <a:srgbClr val="ffffff"/>
                </a:solidFill>
                <a:uFillTx/>
                <a:latin typeface="Twentieth Century"/>
                <a:ea typeface="Twentieth Century"/>
              </a:rPr>
              <a:t> Y </a:t>
            </a:r>
            <a:r>
              <a:rPr b="1" lang="es-ES" sz="2200" strike="noStrike" u="none">
                <a:solidFill>
                  <a:srgbClr val="ffffff"/>
                </a:solidFill>
                <a:uFillTx/>
                <a:latin typeface="Twentieth Century"/>
                <a:ea typeface="Twentieth Century"/>
              </a:rPr>
              <a:t>Derecha</a:t>
            </a:r>
            <a:r>
              <a:rPr b="0" lang="es-ES" sz="2200" strike="noStrike" u="none">
                <a:solidFill>
                  <a:srgbClr val="ffffff"/>
                </a:solidFill>
                <a:uFillTx/>
                <a:latin typeface="Twentieth Century"/>
                <a:ea typeface="Twentieth Century"/>
              </a:rPr>
              <a:t> Para Mover La Nave Espacial Hacia La Izquierda Y Hacia La Derecha.</a:t>
            </a:r>
            <a:endParaRPr b="0" lang="es-ES" sz="22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4" name="Google Shape;575;p70"/>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pPr>
            <a:r>
              <a:rPr b="0" lang="es-AR" sz="1800" strike="noStrike" u="none">
                <a:solidFill>
                  <a:srgbClr val="ffffff"/>
                </a:solidFill>
                <a:uFillTx/>
                <a:latin typeface="Twentieth Century"/>
                <a:ea typeface="Twentieth Century"/>
              </a:rPr>
              <a:t>Juega un rato y luego deja que la nave sea golpeada por un asteroide para ver cómo se activa el fin del juego.</a:t>
            </a:r>
            <a:endParaRPr b="0" lang="es-ES" sz="1800" strike="noStrike" u="none">
              <a:solidFill>
                <a:srgbClr val="ffffff"/>
              </a:solidFill>
              <a:uFillTx/>
              <a:latin typeface="Arial"/>
            </a:endParaRPr>
          </a:p>
        </p:txBody>
      </p:sp>
      <p:pic>
        <p:nvPicPr>
          <p:cNvPr id="1375" name="Google Shape;576;p70" descr=""/>
          <p:cNvPicPr/>
          <p:nvPr/>
        </p:nvPicPr>
        <p:blipFill>
          <a:blip r:embed="rId1"/>
          <a:stretch/>
        </p:blipFill>
        <p:spPr>
          <a:xfrm>
            <a:off x="2943000" y="2249640"/>
            <a:ext cx="6301800" cy="35409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6" name="Google Shape;575;p70"/>
          <p:cNvSpPr/>
          <p:nvPr/>
        </p:nvSpPr>
        <p:spPr>
          <a:xfrm>
            <a:off x="708840" y="424440"/>
            <a:ext cx="11041200" cy="4438080"/>
          </a:xfrm>
          <a:prstGeom prst="rect">
            <a:avLst/>
          </a:prstGeom>
          <a:noFill/>
          <a:ln w="0">
            <a:noFill/>
          </a:ln>
        </p:spPr>
        <p:style>
          <a:lnRef idx="0"/>
          <a:fillRef idx="0"/>
          <a:effectRef idx="0"/>
          <a:fontRef idx="minor"/>
        </p:style>
        <p:txBody>
          <a:bodyPr anchor="ctr">
            <a:noAutofit/>
          </a:bodyPr>
          <a:p>
            <a:pPr>
              <a:lnSpc>
                <a:spcPct val="100000"/>
              </a:lnSpc>
            </a:pPr>
            <a:r>
              <a:rPr b="1" lang="es-AR" sz="1800" strike="noStrike" u="none">
                <a:solidFill>
                  <a:srgbClr val="ffffff"/>
                </a:solidFill>
                <a:uFillTx/>
                <a:latin typeface="Twentieth Century"/>
                <a:ea typeface="Twentieth Century"/>
              </a:rPr>
              <a:t>INTRODUCCIÓN AL FRAMEWORK DE PRUEBAS DE UNITY</a:t>
            </a:r>
            <a:endParaRPr b="0" lang="es-ES" sz="1800" strike="noStrike" u="none">
              <a:solidFill>
                <a:srgbClr val="ffffff"/>
              </a:solidFill>
              <a:uFillTx/>
              <a:latin typeface="Arial"/>
            </a:endParaRPr>
          </a:p>
          <a:p>
            <a:pPr algn="just">
              <a:lnSpc>
                <a:spcPct val="100000"/>
              </a:lnSpc>
            </a:pPr>
            <a:endParaRPr b="0" lang="es-ES" sz="1800" strike="noStrike" u="none">
              <a:solidFill>
                <a:srgbClr val="ffffff"/>
              </a:solidFill>
              <a:uFillTx/>
              <a:latin typeface="Arial"/>
            </a:endParaRPr>
          </a:p>
          <a:p>
            <a:pPr algn="just">
              <a:lnSpc>
                <a:spcPct val="100000"/>
              </a:lnSpc>
            </a:pPr>
            <a:r>
              <a:rPr b="0" lang="es-AR" sz="1800" strike="noStrike" u="none">
                <a:solidFill>
                  <a:srgbClr val="ffffff"/>
                </a:solidFill>
                <a:uFillTx/>
                <a:latin typeface="Twentieth Century"/>
                <a:ea typeface="Twentieth Century"/>
              </a:rPr>
              <a:t>Ahora que sabe cómo funciona el juego, es hora de escribir pruebas unitarias para asegurarse de que todo se comporta como debería. De esta manera, si Ud. (u otra persona) decide actualizar el juego, puede estar seguro de que la actualización no ha dañado nada de lo que funcionaba antes.</a:t>
            </a:r>
            <a:endParaRPr b="0" lang="es-ES" sz="1800" strike="noStrike" u="none">
              <a:solidFill>
                <a:srgbClr val="ffffff"/>
              </a:solidFill>
              <a:uFillTx/>
              <a:latin typeface="Arial"/>
            </a:endParaRPr>
          </a:p>
          <a:p>
            <a:pPr algn="just">
              <a:lnSpc>
                <a:spcPct val="100000"/>
              </a:lnSpc>
            </a:pPr>
            <a:endParaRPr b="0" lang="es-ES" sz="1800" strike="noStrike" u="none">
              <a:solidFill>
                <a:srgbClr val="ffffff"/>
              </a:solidFill>
              <a:uFillTx/>
              <a:latin typeface="Arial"/>
            </a:endParaRPr>
          </a:p>
          <a:p>
            <a:pPr algn="just">
              <a:lnSpc>
                <a:spcPct val="100000"/>
              </a:lnSpc>
            </a:pPr>
            <a:r>
              <a:rPr b="0" lang="es-AR" sz="1800" strike="noStrike" u="none">
                <a:solidFill>
                  <a:srgbClr val="ffffff"/>
                </a:solidFill>
                <a:uFillTx/>
                <a:latin typeface="Twentieth Century"/>
                <a:ea typeface="Twentieth Century"/>
              </a:rPr>
              <a:t>Antes de escribir pruebas, asegúrese de que </a:t>
            </a:r>
            <a:r>
              <a:rPr b="1" lang="es-AR" sz="1800" strike="noStrike" u="none">
                <a:solidFill>
                  <a:srgbClr val="ffffff"/>
                </a:solidFill>
                <a:uFillTx/>
                <a:latin typeface="Twentieth Century"/>
                <a:ea typeface="Twentieth Century"/>
              </a:rPr>
              <a:t>Unity Test Framework </a:t>
            </a:r>
            <a:r>
              <a:rPr b="0" lang="es-AR" sz="1800" strike="noStrike" u="none">
                <a:solidFill>
                  <a:srgbClr val="ffffff"/>
                </a:solidFill>
                <a:uFillTx/>
                <a:latin typeface="Twentieth Century"/>
                <a:ea typeface="Twentieth Century"/>
              </a:rPr>
              <a:t>esté agregado al proyecto. Vaya a </a:t>
            </a:r>
            <a:r>
              <a:rPr b="1" lang="es-AR" sz="1800" strike="noStrike" u="none">
                <a:solidFill>
                  <a:srgbClr val="ffffff"/>
                </a:solidFill>
                <a:uFillTx/>
                <a:latin typeface="Twentieth Century"/>
                <a:ea typeface="Twentieth Century"/>
              </a:rPr>
              <a:t>Window ▸ Package Manager </a:t>
            </a:r>
            <a:r>
              <a:rPr b="0" lang="es-AR" sz="1800" strike="noStrike" u="none">
                <a:solidFill>
                  <a:srgbClr val="ffffff"/>
                </a:solidFill>
                <a:uFillTx/>
                <a:latin typeface="Twentieth Century"/>
                <a:ea typeface="Twentieth Century"/>
              </a:rPr>
              <a:t>y seleccione </a:t>
            </a:r>
            <a:r>
              <a:rPr b="1" lang="es-AR" sz="1800" strike="noStrike" u="none">
                <a:solidFill>
                  <a:srgbClr val="ffffff"/>
                </a:solidFill>
                <a:uFillTx/>
                <a:latin typeface="Twentieth Century"/>
                <a:ea typeface="Twentieth Century"/>
              </a:rPr>
              <a:t>Unity Registry </a:t>
            </a:r>
            <a:r>
              <a:rPr b="0" lang="es-AR" sz="1800" strike="noStrike" u="none">
                <a:solidFill>
                  <a:srgbClr val="ffffff"/>
                </a:solidFill>
                <a:uFillTx/>
                <a:latin typeface="Twentieth Century"/>
                <a:ea typeface="Twentieth Century"/>
              </a:rPr>
              <a:t>en el menú desplegable. Desplácese por la lista para encontrar el paquete de </a:t>
            </a:r>
            <a:r>
              <a:rPr b="1" lang="es-AR" sz="1800" strike="noStrike" u="none">
                <a:solidFill>
                  <a:srgbClr val="ffffff"/>
                </a:solidFill>
                <a:uFillTx/>
                <a:latin typeface="Twentieth Century"/>
                <a:ea typeface="Twentieth Century"/>
              </a:rPr>
              <a:t>Test Framework </a:t>
            </a:r>
            <a:r>
              <a:rPr b="0" lang="es-AR" sz="1800" strike="noStrike" u="none">
                <a:solidFill>
                  <a:srgbClr val="ffffff"/>
                </a:solidFill>
                <a:uFillTx/>
                <a:latin typeface="Twentieth Century"/>
                <a:ea typeface="Twentieth Century"/>
              </a:rPr>
              <a:t>e instálelo o actualícelo.</a:t>
            </a:r>
            <a:endParaRPr b="0" lang="es-ES" sz="18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7" name="Google Shape;581;p71"/>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pic>
        <p:nvPicPr>
          <p:cNvPr id="1378" name="Google Shape;582;p71" descr=""/>
          <p:cNvPicPr/>
          <p:nvPr/>
        </p:nvPicPr>
        <p:blipFill>
          <a:blip r:embed="rId1"/>
          <a:stretch/>
        </p:blipFill>
        <p:spPr>
          <a:xfrm>
            <a:off x="2809800" y="482040"/>
            <a:ext cx="6569280" cy="616428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9" name="Google Shape;587;p72"/>
          <p:cNvSpPr/>
          <p:nvPr/>
        </p:nvSpPr>
        <p:spPr>
          <a:xfrm>
            <a:off x="936000" y="207000"/>
            <a:ext cx="9905400" cy="1477800"/>
          </a:xfrm>
          <a:prstGeom prst="rect">
            <a:avLst/>
          </a:prstGeom>
          <a:noFill/>
          <a:ln w="0">
            <a:noFill/>
          </a:ln>
        </p:spPr>
        <p:style>
          <a:lnRef idx="0"/>
          <a:fillRef idx="0"/>
          <a:effectRef idx="0"/>
          <a:fontRef idx="minor"/>
        </p:style>
        <p:txBody>
          <a:bodyPr anchor="ctr">
            <a:noAutofit/>
          </a:bodyPr>
          <a:p>
            <a:pPr algn="just">
              <a:lnSpc>
                <a:spcPct val="100000"/>
              </a:lnSpc>
            </a:pPr>
            <a:r>
              <a:rPr b="0" lang="es-AR" sz="1800" strike="noStrike" u="none">
                <a:solidFill>
                  <a:srgbClr val="ffffff"/>
                </a:solidFill>
                <a:uFillTx/>
                <a:latin typeface="Twentieth Century"/>
                <a:ea typeface="Twentieth Century"/>
              </a:rPr>
              <a:t>Una vez instalado el paquete, ya puedes abrir Test Runner de Unity . Test Runner te permite ejecutar pruebas y ver si pasan. Para abrir Test Runner de Unity, selecciona </a:t>
            </a:r>
            <a:r>
              <a:rPr b="1" lang="es-AR" sz="1800" strike="noStrike" u="none">
                <a:solidFill>
                  <a:srgbClr val="ffffff"/>
                </a:solidFill>
                <a:uFillTx/>
                <a:latin typeface="Twentieth Century"/>
                <a:ea typeface="Twentieth Century"/>
              </a:rPr>
              <a:t>Window ▸ General ▸ Test Runner .</a:t>
            </a:r>
            <a:endParaRPr b="0" lang="es-ES" sz="1800" strike="noStrike" u="none">
              <a:solidFill>
                <a:srgbClr val="ffffff"/>
              </a:solidFill>
              <a:uFillTx/>
              <a:latin typeface="Arial"/>
            </a:endParaRPr>
          </a:p>
          <a:p>
            <a:pPr>
              <a:lnSpc>
                <a:spcPct val="100000"/>
              </a:lnSpc>
            </a:pPr>
            <a:endParaRPr b="0" lang="es-ES" sz="1800" strike="noStrike" u="none">
              <a:solidFill>
                <a:srgbClr val="ffffff"/>
              </a:solidFill>
              <a:uFillTx/>
              <a:latin typeface="Arial"/>
            </a:endParaRPr>
          </a:p>
        </p:txBody>
      </p:sp>
      <p:pic>
        <p:nvPicPr>
          <p:cNvPr id="1380" name="Google Shape;588;p72" descr=""/>
          <p:cNvPicPr/>
          <p:nvPr/>
        </p:nvPicPr>
        <p:blipFill>
          <a:blip r:embed="rId1"/>
          <a:stretch/>
        </p:blipFill>
        <p:spPr>
          <a:xfrm>
            <a:off x="3688920" y="1108080"/>
            <a:ext cx="4810680" cy="55897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1" name="Google Shape;593;p73"/>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gn="just">
              <a:lnSpc>
                <a:spcPct val="90000"/>
              </a:lnSpc>
            </a:pPr>
            <a:r>
              <a:rPr b="0" lang="es-MX" sz="1800" strike="noStrike" u="none">
                <a:solidFill>
                  <a:schemeClr val="lt1"/>
                </a:solidFill>
                <a:uFillTx/>
                <a:latin typeface="Arial"/>
                <a:ea typeface="Arial"/>
              </a:rPr>
              <a:t>Una vez que Test Runner se abre como una nueva ventana, puede simplificar su trabajo haciendo clic en la ventana Test Runner y arrastrándola junto a una de sus otras ventanas para acoplarla.</a:t>
            </a:r>
            <a:endParaRPr b="0" lang="es-ES" sz="1800" strike="noStrike" u="none">
              <a:solidFill>
                <a:srgbClr val="ffffff"/>
              </a:solidFill>
              <a:uFillTx/>
              <a:latin typeface="Arial"/>
            </a:endParaRPr>
          </a:p>
          <a:p>
            <a:pPr>
              <a:lnSpc>
                <a:spcPct val="90000"/>
              </a:lnSpc>
            </a:pPr>
            <a:endParaRPr b="0" lang="es-ES" sz="1800" strike="noStrike" u="none">
              <a:solidFill>
                <a:srgbClr val="ffffff"/>
              </a:solidFill>
              <a:uFillTx/>
              <a:latin typeface="Arial"/>
            </a:endParaRPr>
          </a:p>
        </p:txBody>
      </p:sp>
      <p:pic>
        <p:nvPicPr>
          <p:cNvPr id="1382" name="Google Shape;594;p73" descr=""/>
          <p:cNvPicPr/>
          <p:nvPr/>
        </p:nvPicPr>
        <p:blipFill>
          <a:blip r:embed="rId1"/>
          <a:stretch/>
        </p:blipFill>
        <p:spPr>
          <a:xfrm>
            <a:off x="2110320" y="1909080"/>
            <a:ext cx="7610760" cy="40921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3" name="Google Shape;599;p74"/>
          <p:cNvSpPr/>
          <p:nvPr/>
        </p:nvSpPr>
        <p:spPr>
          <a:xfrm>
            <a:off x="509400" y="-317880"/>
            <a:ext cx="9905400" cy="1477800"/>
          </a:xfrm>
          <a:prstGeom prst="rect">
            <a:avLst/>
          </a:prstGeom>
          <a:noFill/>
          <a:ln w="0">
            <a:noFill/>
          </a:ln>
        </p:spPr>
        <p:style>
          <a:lnRef idx="0"/>
          <a:fillRef idx="0"/>
          <a:effectRef idx="0"/>
          <a:fontRef idx="minor"/>
        </p:style>
        <p:txBody>
          <a:bodyPr anchor="ctr">
            <a:noAutofit/>
          </a:bodyPr>
          <a:p>
            <a:pPr>
              <a:lnSpc>
                <a:spcPct val="90000"/>
              </a:lnSpc>
              <a:tabLst>
                <a:tab algn="l" pos="0"/>
              </a:tabLst>
            </a:pPr>
            <a:r>
              <a:rPr b="0" lang="es-ES" sz="2000" strike="noStrike" u="none">
                <a:solidFill>
                  <a:srgbClr val="ffffff"/>
                </a:solidFill>
                <a:uFillTx/>
                <a:latin typeface="Twentieth Century"/>
                <a:ea typeface="Twentieth Century"/>
              </a:rPr>
              <a:t>CONFIGURACIÓN DE CARPETAS DE PRUEBA</a:t>
            </a:r>
            <a:br>
              <a:rPr sz="2000"/>
            </a:br>
            <a:endParaRPr b="0" lang="es-ES" sz="2000" strike="noStrike" u="none">
              <a:solidFill>
                <a:srgbClr val="ffffff"/>
              </a:solidFill>
              <a:uFillTx/>
              <a:latin typeface="Arial"/>
            </a:endParaRPr>
          </a:p>
        </p:txBody>
      </p:sp>
      <p:pic>
        <p:nvPicPr>
          <p:cNvPr id="1384" name="Google Shape;600;p74" descr=""/>
          <p:cNvPicPr/>
          <p:nvPr/>
        </p:nvPicPr>
        <p:blipFill>
          <a:blip r:embed="rId1"/>
          <a:stretch/>
        </p:blipFill>
        <p:spPr>
          <a:xfrm>
            <a:off x="2293920" y="2866680"/>
            <a:ext cx="7886160" cy="3133080"/>
          </a:xfrm>
          <a:prstGeom prst="rect">
            <a:avLst/>
          </a:prstGeom>
          <a:ln w="0">
            <a:noFill/>
          </a:ln>
        </p:spPr>
      </p:pic>
      <p:sp>
        <p:nvSpPr>
          <p:cNvPr id="1385" name="Google Shape;601;p74"/>
          <p:cNvSpPr/>
          <p:nvPr/>
        </p:nvSpPr>
        <p:spPr>
          <a:xfrm>
            <a:off x="154800" y="649800"/>
            <a:ext cx="11682000" cy="281520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Lst>
            </a:pPr>
            <a:r>
              <a:rPr b="1" lang="es-ES" sz="1600" strike="noStrike" u="sng">
                <a:solidFill>
                  <a:schemeClr val="lt1"/>
                </a:solidFill>
                <a:uFillTx/>
                <a:latin typeface="Arial"/>
                <a:ea typeface="Arial"/>
                <a:hlinkClick r:id="rId2"/>
              </a:rPr>
              <a:t>Unity</a:t>
            </a:r>
            <a:r>
              <a:rPr b="1" lang="es-ES" sz="1600" strike="noStrike" u="sng">
                <a:solidFill>
                  <a:schemeClr val="lt1"/>
                </a:solidFill>
                <a:uFillTx/>
                <a:latin typeface="Arial"/>
                <a:ea typeface="Arial"/>
                <a:hlinkClick r:id="rId3"/>
              </a:rPr>
              <a:t> Test Framework</a:t>
            </a:r>
            <a:r>
              <a:rPr b="0" lang="es-ES" sz="1600" strike="noStrike" u="none">
                <a:solidFill>
                  <a:schemeClr val="lt1"/>
                </a:solidFill>
                <a:uFillTx/>
                <a:latin typeface="Arial"/>
                <a:ea typeface="Arial"/>
              </a:rPr>
              <a:t> es la función de pruebas unitarias que ofrece Unity, pero utiliza la biblioteca de código abierto NUnit . A medida que te tomes más en serio la escritura de pruebas unitarias, deberías considerar </a:t>
            </a:r>
            <a:r>
              <a:rPr b="0" lang="es-ES" sz="1600" strike="noStrike" u="sng">
                <a:solidFill>
                  <a:schemeClr val="lt1"/>
                </a:solidFill>
                <a:uFillTx/>
                <a:latin typeface="Arial"/>
                <a:ea typeface="Arial"/>
                <a:hlinkClick r:id="rId4"/>
              </a:rPr>
              <a:t>leer la documentación de </a:t>
            </a:r>
            <a:r>
              <a:rPr b="0" lang="es-ES" sz="1600" strike="noStrike" u="sng">
                <a:solidFill>
                  <a:schemeClr val="lt1"/>
                </a:solidFill>
                <a:uFillTx/>
                <a:latin typeface="Arial"/>
                <a:ea typeface="Arial"/>
                <a:hlinkClick r:id="rId5"/>
              </a:rPr>
              <a:t>NUnit</a:t>
            </a:r>
            <a:r>
              <a:rPr b="0" lang="es-ES" sz="1600" strike="noStrike" u="none">
                <a:solidFill>
                  <a:schemeClr val="lt1"/>
                </a:solidFill>
                <a:uFillTx/>
                <a:latin typeface="Arial"/>
                <a:ea typeface="Arial"/>
              </a:rPr>
              <a:t> para obtener más información.</a:t>
            </a:r>
            <a:endParaRPr b="0" lang="es-ES" sz="1600" strike="noStrike" u="none">
              <a:solidFill>
                <a:srgbClr val="ffffff"/>
              </a:solidFill>
              <a:uFillTx/>
              <a:latin typeface="Arial"/>
            </a:endParaRPr>
          </a:p>
          <a:p>
            <a:pPr algn="just">
              <a:lnSpc>
                <a:spcPct val="100000"/>
              </a:lnSpc>
              <a:tabLst>
                <a:tab algn="l" pos="0"/>
              </a:tabLst>
            </a:pPr>
            <a:r>
              <a:rPr b="0" lang="es-ES" sz="1600" strike="noStrike" u="none">
                <a:solidFill>
                  <a:schemeClr val="lt1"/>
                </a:solidFill>
                <a:uFillTx/>
                <a:latin typeface="Arial"/>
                <a:ea typeface="Arial"/>
              </a:rPr>
              <a:t>Para ejecutar pruebas, primero debe crear una carpeta de prueba para almacenar sus clases de prueba.</a:t>
            </a:r>
            <a:endParaRPr b="0" lang="es-ES" sz="1600" strike="noStrike" u="none">
              <a:solidFill>
                <a:srgbClr val="ffffff"/>
              </a:solidFill>
              <a:uFillTx/>
              <a:latin typeface="Arial"/>
            </a:endParaRPr>
          </a:p>
          <a:p>
            <a:pPr algn="just">
              <a:lnSpc>
                <a:spcPct val="100000"/>
              </a:lnSpc>
              <a:tabLst>
                <a:tab algn="l" pos="0"/>
              </a:tabLst>
            </a:pPr>
            <a:r>
              <a:rPr b="0" lang="es-ES" sz="1600" strike="noStrike" u="none">
                <a:solidFill>
                  <a:schemeClr val="lt1"/>
                </a:solidFill>
                <a:uFillTx/>
                <a:latin typeface="Arial"/>
                <a:ea typeface="Arial"/>
              </a:rPr>
              <a:t>En la ventana Proyecto , seleccione la carpeta Assets . Observe la ventana Test Runner y asegúrese de que esté seleccionado el modo de reproducción .</a:t>
            </a:r>
            <a:endParaRPr b="0" lang="es-ES" sz="1600" strike="noStrike" u="none">
              <a:solidFill>
                <a:srgbClr val="ffffff"/>
              </a:solidFill>
              <a:uFillTx/>
              <a:latin typeface="Arial"/>
            </a:endParaRPr>
          </a:p>
          <a:p>
            <a:pPr algn="just">
              <a:lnSpc>
                <a:spcPct val="100000"/>
              </a:lnSpc>
              <a:tabLst>
                <a:tab algn="l" pos="0"/>
              </a:tabLst>
            </a:pPr>
            <a:r>
              <a:rPr b="0" lang="es-ES" sz="1600" strike="noStrike" u="none">
                <a:solidFill>
                  <a:schemeClr val="lt1"/>
                </a:solidFill>
                <a:uFillTx/>
                <a:latin typeface="Arial"/>
                <a:ea typeface="Arial"/>
              </a:rPr>
              <a:t>Haz clic en el botón que dice Crear carpeta de </a:t>
            </a:r>
            <a:r>
              <a:rPr b="1" lang="es-AR" sz="1600" strike="noStrike" u="none">
                <a:solidFill>
                  <a:schemeClr val="lt1"/>
                </a:solidFill>
                <a:uFillTx/>
                <a:latin typeface="Arial"/>
                <a:ea typeface="Arial"/>
              </a:rPr>
              <a:t>Test Assembly </a:t>
            </a:r>
            <a:r>
              <a:rPr b="0" lang="es-ES" sz="1600" strike="noStrike" u="none">
                <a:solidFill>
                  <a:schemeClr val="lt1"/>
                </a:solidFill>
                <a:uFillTx/>
                <a:latin typeface="Arial"/>
                <a:ea typeface="Arial"/>
              </a:rPr>
              <a:t>de PlayMode . Verás que aparece una nueva carpeta justo debajo de la carpeta Assets . El nombre predeterminado Tests está bien, así que presiona Enter para finalizar el nombre.</a:t>
            </a:r>
            <a:endParaRPr b="0" lang="es-ES" sz="1600" strike="noStrike" u="none">
              <a:solidFill>
                <a:srgbClr val="ffffff"/>
              </a:solidFill>
              <a:uFillTx/>
              <a:latin typeface="Arial"/>
            </a:endParaRPr>
          </a:p>
          <a:p>
            <a:pPr>
              <a:lnSpc>
                <a:spcPct val="100000"/>
              </a:lnSpc>
              <a:tabLst>
                <a:tab algn="l" pos="0"/>
              </a:tabLst>
            </a:pPr>
            <a:endParaRPr b="0" lang="es-ES" sz="13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6" name="Google Shape;606;p75"/>
          <p:cNvSpPr/>
          <p:nvPr/>
        </p:nvSpPr>
        <p:spPr>
          <a:xfrm>
            <a:off x="135000" y="2665800"/>
            <a:ext cx="11572920" cy="1477800"/>
          </a:xfrm>
          <a:prstGeom prst="rect">
            <a:avLst/>
          </a:prstGeom>
          <a:noFill/>
          <a:ln w="0">
            <a:noFill/>
          </a:ln>
        </p:spPr>
        <p:style>
          <a:lnRef idx="0"/>
          <a:fillRef idx="0"/>
          <a:effectRef idx="0"/>
          <a:fontRef idx="minor"/>
        </p:style>
        <p:txBody>
          <a:bodyPr anchor="ctr">
            <a:noAutofit/>
          </a:bodyPr>
          <a:p>
            <a:pPr>
              <a:lnSpc>
                <a:spcPct val="100000"/>
              </a:lnSpc>
            </a:pPr>
            <a:r>
              <a:rPr b="1" lang="es-MX" sz="1800" strike="noStrike" u="none">
                <a:solidFill>
                  <a:schemeClr val="lt1"/>
                </a:solidFill>
                <a:uFillTx/>
                <a:latin typeface="Arial"/>
                <a:ea typeface="Arial"/>
              </a:rPr>
              <a:t>¿Qué hay en un </a:t>
            </a:r>
            <a:r>
              <a:rPr b="1" lang="es-AR" sz="1800" strike="noStrike" u="none">
                <a:solidFill>
                  <a:schemeClr val="lt1"/>
                </a:solidFill>
                <a:uFillTx/>
                <a:latin typeface="Arial"/>
                <a:ea typeface="Arial"/>
              </a:rPr>
              <a:t>Test Suite</a:t>
            </a:r>
            <a:r>
              <a:rPr b="1" lang="es-MX" sz="1800" strike="noStrike" u="none">
                <a:solidFill>
                  <a:schemeClr val="lt1"/>
                </a:solidFill>
                <a:uFillTx/>
                <a:latin typeface="Arial"/>
                <a:ea typeface="Arial"/>
              </a:rPr>
              <a:t>?</a:t>
            </a:r>
            <a:endParaRPr b="0" lang="es-ES" sz="1800" strike="noStrike" u="none">
              <a:solidFill>
                <a:srgbClr val="ffffff"/>
              </a:solidFill>
              <a:uFillTx/>
              <a:latin typeface="Arial"/>
            </a:endParaRPr>
          </a:p>
          <a:p>
            <a:pPr>
              <a:lnSpc>
                <a:spcPct val="100000"/>
              </a:lnSpc>
            </a:pPr>
            <a:r>
              <a:rPr b="0" lang="es-MX" sz="1600" strike="noStrike" u="none">
                <a:solidFill>
                  <a:schemeClr val="lt1"/>
                </a:solidFill>
                <a:uFillTx/>
                <a:latin typeface="Arial"/>
                <a:ea typeface="Arial"/>
              </a:rPr>
              <a:t>Una prueba unitaria es una función que prueba el comportamiento de un conjunto pequeño y específico de código. Como una prueba unitaria es un método, debe estar en un archivo de clase para poder ejecutarse.</a:t>
            </a:r>
            <a:endParaRPr b="0" lang="es-ES" sz="1600" strike="noStrike" u="none">
              <a:solidFill>
                <a:srgbClr val="ffffff"/>
              </a:solidFill>
              <a:uFillTx/>
              <a:latin typeface="Arial"/>
            </a:endParaRPr>
          </a:p>
          <a:p>
            <a:pPr>
              <a:lnSpc>
                <a:spcPct val="100000"/>
              </a:lnSpc>
            </a:pPr>
            <a:r>
              <a:rPr b="0" lang="es-MX" sz="1600" strike="noStrike" u="none">
                <a:solidFill>
                  <a:schemeClr val="lt1"/>
                </a:solidFill>
                <a:uFillTx/>
                <a:latin typeface="Arial"/>
                <a:ea typeface="Arial"/>
              </a:rPr>
              <a:t>Test Runner recorrerá todos los archivos de clase de prueba y ejecutará las pruebas unitarias que contengan. Un archivo de clase que contiene pruebas unitarias se denomina Test Suite (</a:t>
            </a:r>
            <a:r>
              <a:rPr b="1" lang="es-MX" sz="1600" strike="noStrike" u="none">
                <a:solidFill>
                  <a:schemeClr val="lt1"/>
                </a:solidFill>
                <a:uFillTx/>
                <a:latin typeface="Arial"/>
                <a:ea typeface="Arial"/>
              </a:rPr>
              <a:t>conjunto de pruebas</a:t>
            </a:r>
            <a:r>
              <a:rPr b="0" lang="es-MX" sz="1600" strike="noStrike" u="none">
                <a:solidFill>
                  <a:schemeClr val="lt1"/>
                </a:solidFill>
                <a:uFillTx/>
                <a:latin typeface="Arial"/>
                <a:ea typeface="Arial"/>
              </a:rPr>
              <a:t>).</a:t>
            </a:r>
            <a:endParaRPr b="0" lang="es-ES" sz="1600" strike="noStrike" u="none">
              <a:solidFill>
                <a:srgbClr val="ffffff"/>
              </a:solidFill>
              <a:uFillTx/>
              <a:latin typeface="Arial"/>
            </a:endParaRPr>
          </a:p>
          <a:p>
            <a:pPr>
              <a:lnSpc>
                <a:spcPct val="100000"/>
              </a:lnSpc>
            </a:pPr>
            <a:r>
              <a:rPr b="0" lang="es-MX" sz="1600" strike="noStrike" u="none">
                <a:solidFill>
                  <a:schemeClr val="lt1"/>
                </a:solidFill>
                <a:uFillTx/>
                <a:latin typeface="Arial"/>
                <a:ea typeface="Arial"/>
              </a:rPr>
              <a:t>Un Test Suite es donde divides lógicamente tus pruebas. Divide tu código de prueba entre diferentes suites lógicas, como un test suite para física y otra separada para combate. Para este ejemplo, solo necesitas una test suite, y es hora de crearla.</a:t>
            </a:r>
            <a:endParaRPr b="0" lang="es-ES" sz="1600" strike="noStrike" u="none">
              <a:solidFill>
                <a:srgbClr val="ffffff"/>
              </a:solidFill>
              <a:uFillTx/>
              <a:latin typeface="Arial"/>
            </a:endParaRPr>
          </a:p>
          <a:p>
            <a:pPr>
              <a:lnSpc>
                <a:spcPct val="90000"/>
              </a:lnSpc>
            </a:pPr>
            <a:br>
              <a:rPr sz="1400"/>
            </a:br>
            <a:r>
              <a:rPr b="0" lang="es-MX" sz="1400" strike="noStrike" u="none">
                <a:solidFill>
                  <a:srgbClr val="ffffff"/>
                </a:solidFill>
                <a:uFillTx/>
                <a:latin typeface="Twentieth Century"/>
                <a:ea typeface="Twentieth Century"/>
              </a:rPr>
              <a:t>  </a:t>
            </a:r>
            <a:br>
              <a:rPr sz="1400"/>
            </a:br>
            <a:endParaRPr b="0" lang="es-ES" sz="1400" strike="noStrike" u="none">
              <a:solidFill>
                <a:srgbClr val="ffffff"/>
              </a:solidFill>
              <a:uFillTx/>
              <a:latin typeface="Arial"/>
            </a:endParaRPr>
          </a:p>
        </p:txBody>
      </p:sp>
      <p:sp>
        <p:nvSpPr>
          <p:cNvPr id="1387" name="Google Shape;606;p75"/>
          <p:cNvSpPr/>
          <p:nvPr/>
        </p:nvSpPr>
        <p:spPr>
          <a:xfrm>
            <a:off x="239760" y="673920"/>
            <a:ext cx="11572920" cy="1477800"/>
          </a:xfrm>
          <a:prstGeom prst="rect">
            <a:avLst/>
          </a:prstGeom>
          <a:noFill/>
          <a:ln w="0">
            <a:noFill/>
          </a:ln>
        </p:spPr>
        <p:style>
          <a:lnRef idx="0"/>
          <a:fillRef idx="0"/>
          <a:effectRef idx="0"/>
          <a:fontRef idx="minor"/>
        </p:style>
        <p:txBody>
          <a:bodyPr anchor="ctr">
            <a:noAutofit/>
          </a:bodyPr>
          <a:p>
            <a:pPr>
              <a:lnSpc>
                <a:spcPct val="100000"/>
              </a:lnSpc>
            </a:pPr>
            <a:r>
              <a:rPr b="0" lang="es-MX" sz="1600" strike="noStrike" u="none">
                <a:solidFill>
                  <a:schemeClr val="lt1"/>
                </a:solidFill>
                <a:uFillTx/>
                <a:latin typeface="Arial"/>
                <a:ea typeface="Arial"/>
              </a:rPr>
              <a:t>Hay dos pestañas diferentes dentro del Test Runner:</a:t>
            </a:r>
            <a:endParaRPr b="0" lang="es-ES" sz="1600" strike="noStrike" u="none">
              <a:solidFill>
                <a:srgbClr val="ffffff"/>
              </a:solidFill>
              <a:uFillTx/>
              <a:latin typeface="Arial"/>
            </a:endParaRPr>
          </a:p>
          <a:p>
            <a:pPr>
              <a:lnSpc>
                <a:spcPct val="100000"/>
              </a:lnSpc>
            </a:pPr>
            <a:endParaRPr b="0" lang="es-ES" sz="1600" strike="noStrike" u="none">
              <a:solidFill>
                <a:srgbClr val="ffffff"/>
              </a:solidFill>
              <a:uFillTx/>
              <a:latin typeface="Arial"/>
            </a:endParaRPr>
          </a:p>
          <a:p>
            <a:pPr>
              <a:lnSpc>
                <a:spcPct val="100000"/>
              </a:lnSpc>
            </a:pPr>
            <a:r>
              <a:rPr b="0" lang="es-MX" sz="1600" strike="noStrike" u="none">
                <a:solidFill>
                  <a:schemeClr val="lt1"/>
                </a:solidFill>
                <a:uFillTx/>
                <a:latin typeface="Arial"/>
                <a:ea typeface="Arial"/>
              </a:rPr>
              <a:t>La pestaña PlayMode es para pruebas que se ejecutarán en el modo de juego, como si estuvieras jugando en tiempo real. Las pruebas de EditMode se ejecutarán fuera del modo de juego, lo que es ideal para probar cosas como comportamientos personalizados del Inspector.</a:t>
            </a:r>
            <a:br>
              <a:rPr sz="1400"/>
            </a:br>
            <a:r>
              <a:rPr b="0" lang="es-MX" sz="1400" strike="noStrike" u="none">
                <a:solidFill>
                  <a:srgbClr val="ffffff"/>
                </a:solidFill>
                <a:uFillTx/>
                <a:latin typeface="Twentieth Century"/>
                <a:ea typeface="Twentieth Century"/>
              </a:rPr>
              <a:t>  </a:t>
            </a:r>
            <a:br>
              <a:rPr sz="1400"/>
            </a:br>
            <a:endParaRPr b="0" lang="es-ES" sz="14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8" name="Google Shape;606;p75"/>
          <p:cNvSpPr/>
          <p:nvPr/>
        </p:nvSpPr>
        <p:spPr>
          <a:xfrm>
            <a:off x="540000" y="168120"/>
            <a:ext cx="11572920" cy="1477800"/>
          </a:xfrm>
          <a:prstGeom prst="rect">
            <a:avLst/>
          </a:prstGeom>
          <a:noFill/>
          <a:ln w="0">
            <a:noFill/>
          </a:ln>
        </p:spPr>
        <p:style>
          <a:lnRef idx="0"/>
          <a:fillRef idx="0"/>
          <a:effectRef idx="0"/>
          <a:fontRef idx="minor"/>
        </p:style>
        <p:txBody>
          <a:bodyPr anchor="ctr">
            <a:noAutofit/>
          </a:bodyPr>
          <a:p>
            <a:pPr>
              <a:lnSpc>
                <a:spcPct val="90000"/>
              </a:lnSpc>
            </a:pPr>
            <a:r>
              <a:rPr b="1" lang="es-MX" sz="1600" strike="noStrike" u="none">
                <a:solidFill>
                  <a:srgbClr val="ffffff"/>
                </a:solidFill>
                <a:uFillTx/>
                <a:latin typeface="Twentieth Century"/>
                <a:ea typeface="Twentieth Century"/>
              </a:rPr>
              <a:t>  </a:t>
            </a:r>
            <a:br>
              <a:rPr sz="1600"/>
            </a:br>
            <a:r>
              <a:rPr b="1" lang="es-MX" sz="2400" strike="noStrike" u="none">
                <a:solidFill>
                  <a:srgbClr val="ffffff"/>
                </a:solidFill>
                <a:uFillTx/>
                <a:latin typeface="Twentieth Century"/>
                <a:ea typeface="Twentieth Century"/>
              </a:rPr>
              <a:t>Configuración del conjunto de pruebas y del conjunto de pruebas</a:t>
            </a:r>
            <a:br>
              <a:rPr sz="1600"/>
            </a:br>
            <a:r>
              <a:rPr b="0" lang="es-MX" sz="1600" strike="noStrike" u="none">
                <a:solidFill>
                  <a:srgbClr val="ffffff"/>
                </a:solidFill>
                <a:uFillTx/>
                <a:latin typeface="Twentieth Century"/>
                <a:ea typeface="Twentieth Century"/>
              </a:rPr>
              <a:t>Seleccione la carpeta Pruebas Y, En la ventana Test Runner, Haga clic en el botón crear secuencia de comandos de Prueba en la carpeta actual . Nombre el nuevo archivo Testsuite .  </a:t>
            </a:r>
            <a:br>
              <a:rPr sz="1400"/>
            </a:br>
            <a:r>
              <a:rPr b="0" lang="es-MX" sz="1400" strike="noStrike" u="none">
                <a:solidFill>
                  <a:srgbClr val="ffffff"/>
                </a:solidFill>
                <a:uFillTx/>
                <a:latin typeface="Twentieth Century"/>
                <a:ea typeface="Twentieth Century"/>
              </a:rPr>
              <a:t>  </a:t>
            </a:r>
            <a:br>
              <a:rPr sz="1400"/>
            </a:br>
            <a:endParaRPr b="0" lang="es-ES" sz="1400" strike="noStrike" u="none">
              <a:solidFill>
                <a:srgbClr val="ffffff"/>
              </a:solidFill>
              <a:uFillTx/>
              <a:latin typeface="Arial"/>
            </a:endParaRPr>
          </a:p>
        </p:txBody>
      </p:sp>
      <p:pic>
        <p:nvPicPr>
          <p:cNvPr id="1389" name="Google Shape;607;p75" descr=""/>
          <p:cNvPicPr/>
          <p:nvPr/>
        </p:nvPicPr>
        <p:blipFill>
          <a:blip r:embed="rId1"/>
          <a:stretch/>
        </p:blipFill>
        <p:spPr>
          <a:xfrm>
            <a:off x="1800000" y="2164680"/>
            <a:ext cx="7904880" cy="2694960"/>
          </a:xfrm>
          <a:prstGeom prst="rect">
            <a:avLst/>
          </a:prstGeom>
          <a:ln w="0">
            <a:noFill/>
          </a:ln>
        </p:spPr>
      </p:pic>
      <p:sp>
        <p:nvSpPr>
          <p:cNvPr id="1390" name="Google Shape;608;p75"/>
          <p:cNvSpPr/>
          <p:nvPr/>
        </p:nvSpPr>
        <p:spPr>
          <a:xfrm>
            <a:off x="540000" y="5135400"/>
            <a:ext cx="11278440" cy="146880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Lst>
            </a:pPr>
            <a:r>
              <a:rPr b="0" lang="es-ES" sz="1600" strike="noStrike" u="none">
                <a:solidFill>
                  <a:schemeClr val="lt1"/>
                </a:solidFill>
                <a:uFillTx/>
                <a:latin typeface="Arial"/>
                <a:ea typeface="Arial"/>
              </a:rPr>
              <a:t>Es posible que observe que ya había otro archivo en la carpeta Tests. Unity también creó el archivo </a:t>
            </a:r>
            <a:r>
              <a:rPr b="1" lang="es-ES" sz="1600" strike="noStrike" u="none">
                <a:solidFill>
                  <a:schemeClr val="lt1"/>
                </a:solidFill>
                <a:uFillTx/>
                <a:latin typeface="Arial"/>
                <a:ea typeface="Arial"/>
              </a:rPr>
              <a:t>Tests.asmdef </a:t>
            </a:r>
            <a:r>
              <a:rPr b="0" lang="es-ES" sz="1600" strike="noStrike" u="none">
                <a:solidFill>
                  <a:schemeClr val="lt1"/>
                </a:solidFill>
                <a:uFillTx/>
                <a:latin typeface="Arial"/>
                <a:ea typeface="Arial"/>
              </a:rPr>
              <a:t>cuando creaste la carpeta en el primer paso. Este es un </a:t>
            </a:r>
            <a:r>
              <a:rPr b="1" lang="es-ES" sz="1600" strike="noStrike" u="none">
                <a:solidFill>
                  <a:schemeClr val="lt1"/>
                </a:solidFill>
                <a:uFillTx/>
                <a:latin typeface="Arial"/>
                <a:ea typeface="Arial"/>
              </a:rPr>
              <a:t>archivo de definición de ensamblaje</a:t>
            </a:r>
            <a:r>
              <a:rPr b="0" lang="es-ES" sz="1600" strike="noStrike" u="none">
                <a:solidFill>
                  <a:schemeClr val="lt1"/>
                </a:solidFill>
                <a:uFillTx/>
                <a:latin typeface="Arial"/>
                <a:ea typeface="Arial"/>
              </a:rPr>
              <a:t> y se utiliza para indicarle a Unity dónde se encuentran las dependencias del archivo de prueba. Esto se debe a que el código de producción se mantiene separado del código de prueba.</a:t>
            </a:r>
            <a:endParaRPr b="0" lang="es-ES" sz="1600" strike="noStrike" u="none">
              <a:solidFill>
                <a:srgbClr val="ffffff"/>
              </a:solidFill>
              <a:uFillTx/>
              <a:latin typeface="Arial"/>
            </a:endParaRPr>
          </a:p>
          <a:p>
            <a:pPr algn="just">
              <a:lnSpc>
                <a:spcPct val="100000"/>
              </a:lnSpc>
              <a:tabLst>
                <a:tab algn="l" pos="0"/>
              </a:tabLst>
            </a:pPr>
            <a:r>
              <a:rPr b="0" lang="es-ES" sz="1600" strike="noStrike" u="none">
                <a:solidFill>
                  <a:schemeClr val="lt1"/>
                </a:solidFill>
                <a:uFillTx/>
                <a:latin typeface="Arial"/>
                <a:ea typeface="Arial"/>
              </a:rPr>
              <a:t>El siguiente paso es configurarlo.</a:t>
            </a:r>
            <a:endParaRPr b="0" lang="es-ES" sz="1600" strike="noStrike" u="none">
              <a:solidFill>
                <a:srgbClr val="ffffff"/>
              </a:solidFill>
              <a:uFillTx/>
              <a:latin typeface="Arial"/>
            </a:endParaRPr>
          </a:p>
          <a:p>
            <a:pPr>
              <a:lnSpc>
                <a:spcPct val="100000"/>
              </a:lnSpc>
              <a:tabLst>
                <a:tab algn="l" pos="0"/>
              </a:tabLst>
            </a:pPr>
            <a:endParaRPr b="0" lang="es-ES" sz="12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1" name="Google Shape;613;p76"/>
          <p:cNvSpPr/>
          <p:nvPr/>
        </p:nvSpPr>
        <p:spPr>
          <a:xfrm>
            <a:off x="505080" y="181800"/>
            <a:ext cx="11108880" cy="1477800"/>
          </a:xfrm>
          <a:prstGeom prst="rect">
            <a:avLst/>
          </a:prstGeom>
          <a:noFill/>
          <a:ln w="0">
            <a:noFill/>
          </a:ln>
        </p:spPr>
        <p:style>
          <a:lnRef idx="0"/>
          <a:fillRef idx="0"/>
          <a:effectRef idx="0"/>
          <a:fontRef idx="minor"/>
        </p:style>
        <p:txBody>
          <a:bodyPr anchor="ctr">
            <a:noAutofit/>
          </a:bodyPr>
          <a:p>
            <a:pPr>
              <a:lnSpc>
                <a:spcPct val="90000"/>
              </a:lnSpc>
            </a:pPr>
            <a:r>
              <a:rPr b="0" lang="es-ES" sz="1600" strike="noStrike" u="none">
                <a:solidFill>
                  <a:srgbClr val="ffffff"/>
                </a:solidFill>
                <a:uFillTx/>
                <a:latin typeface="Arial"/>
                <a:ea typeface="Twentieth Century"/>
              </a:rPr>
              <a:t>Para garantizar que el código de prueba tenga acceso a las clases del juego, deberá crear un ensamblaje del código del juego y establecer la referencia en el ensamblaje de pruebas. haga clic en la carpeta </a:t>
            </a:r>
            <a:r>
              <a:rPr b="1" lang="es-ES" sz="1600" strike="noStrike" u="none">
                <a:solidFill>
                  <a:srgbClr val="ffffff"/>
                </a:solidFill>
                <a:uFillTx/>
                <a:latin typeface="Arial"/>
                <a:ea typeface="Twentieth Century"/>
              </a:rPr>
              <a:t>Scripts</a:t>
            </a:r>
            <a:r>
              <a:rPr b="0" lang="es-ES" sz="1600" strike="noStrike" u="none">
                <a:solidFill>
                  <a:srgbClr val="ffffff"/>
                </a:solidFill>
                <a:uFillTx/>
                <a:latin typeface="Arial"/>
                <a:ea typeface="Twentieth Century"/>
              </a:rPr>
              <a:t> para seleccionarla. Haga clic con el botón derecho en esta carpeta y elija </a:t>
            </a:r>
            <a:r>
              <a:rPr b="1" lang="es-AR" sz="1600" strike="noStrike" u="none">
                <a:solidFill>
                  <a:schemeClr val="lt1"/>
                </a:solidFill>
                <a:uFillTx/>
                <a:latin typeface="Arial"/>
                <a:ea typeface="Arial"/>
              </a:rPr>
              <a:t>Create </a:t>
            </a:r>
            <a:r>
              <a:rPr b="0" lang="es-ES" sz="1600" strike="noStrike" u="none">
                <a:solidFill>
                  <a:schemeClr val="lt1"/>
                </a:solidFill>
                <a:uFillTx/>
                <a:latin typeface="Arial"/>
                <a:ea typeface="Twentieth Century"/>
              </a:rPr>
              <a:t>▸ </a:t>
            </a:r>
            <a:r>
              <a:rPr b="1" lang="es-AR" sz="1600" strike="noStrike" u="none">
                <a:solidFill>
                  <a:schemeClr val="lt1"/>
                </a:solidFill>
                <a:uFillTx/>
                <a:latin typeface="Arial"/>
                <a:ea typeface="Arial"/>
              </a:rPr>
              <a:t>Assembly Definition</a:t>
            </a:r>
            <a:r>
              <a:rPr b="0" lang="es-ES" sz="3600" strike="noStrike" u="none">
                <a:solidFill>
                  <a:schemeClr val="lt1"/>
                </a:solidFill>
                <a:uFillTx/>
                <a:latin typeface="Twentieth Century"/>
                <a:ea typeface="Twentieth Century"/>
              </a:rPr>
              <a:t> </a:t>
            </a:r>
            <a:endParaRPr b="0" lang="es-ES" sz="3600" strike="noStrike" u="none">
              <a:solidFill>
                <a:srgbClr val="ffffff"/>
              </a:solidFill>
              <a:uFillTx/>
              <a:latin typeface="Arial"/>
            </a:endParaRPr>
          </a:p>
        </p:txBody>
      </p:sp>
      <p:pic>
        <p:nvPicPr>
          <p:cNvPr id="1392" name="Google Shape;614;p76" descr=""/>
          <p:cNvPicPr/>
          <p:nvPr/>
        </p:nvPicPr>
        <p:blipFill>
          <a:blip r:embed="rId1"/>
          <a:stretch/>
        </p:blipFill>
        <p:spPr>
          <a:xfrm>
            <a:off x="3116880" y="2249640"/>
            <a:ext cx="5954760" cy="354096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3" name="Google Shape;619;p77"/>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pic>
        <p:nvPicPr>
          <p:cNvPr id="1394" name="Google Shape;620;p77" descr=""/>
          <p:cNvPicPr/>
          <p:nvPr/>
        </p:nvPicPr>
        <p:blipFill>
          <a:blip r:embed="rId1"/>
          <a:stretch/>
        </p:blipFill>
        <p:spPr>
          <a:xfrm>
            <a:off x="4061880" y="1357920"/>
            <a:ext cx="3397680" cy="4584600"/>
          </a:xfrm>
          <a:prstGeom prst="rect">
            <a:avLst/>
          </a:prstGeom>
          <a:ln w="0">
            <a:noFill/>
          </a:ln>
        </p:spPr>
      </p:pic>
      <p:sp>
        <p:nvSpPr>
          <p:cNvPr id="1395" name="Google Shape;621;p77"/>
          <p:cNvSpPr/>
          <p:nvPr/>
        </p:nvSpPr>
        <p:spPr>
          <a:xfrm>
            <a:off x="1179720" y="847440"/>
            <a:ext cx="3555720" cy="48960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s-ES" sz="1600" strike="noStrike" u="none">
                <a:solidFill>
                  <a:schemeClr val="lt1"/>
                </a:solidFill>
                <a:uFillTx/>
                <a:latin typeface="Arial"/>
                <a:ea typeface="Arial"/>
              </a:rPr>
              <a:t>Nombra el archivo </a:t>
            </a:r>
            <a:r>
              <a:rPr b="1" lang="es-ES" sz="1600" strike="noStrike" u="none">
                <a:solidFill>
                  <a:schemeClr val="lt1"/>
                </a:solidFill>
                <a:uFillTx/>
                <a:latin typeface="Arial"/>
                <a:ea typeface="Arial"/>
              </a:rPr>
              <a:t>GameAssembly</a:t>
            </a:r>
            <a:r>
              <a:rPr b="1" lang="es-ES" sz="1000" strike="noStrike" u="none">
                <a:solidFill>
                  <a:srgbClr val="000000"/>
                </a:solidFill>
                <a:uFillTx/>
                <a:latin typeface="Arial"/>
                <a:ea typeface="Arial"/>
              </a:rPr>
              <a:t> </a:t>
            </a:r>
            <a:endParaRPr b="0" lang="es-ES" sz="10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6" name="Google Shape;626;p78"/>
          <p:cNvSpPr/>
          <p:nvPr/>
        </p:nvSpPr>
        <p:spPr>
          <a:xfrm>
            <a:off x="1141560" y="501840"/>
            <a:ext cx="9905400" cy="1477800"/>
          </a:xfrm>
          <a:prstGeom prst="rect">
            <a:avLst/>
          </a:prstGeom>
          <a:noFill/>
          <a:ln w="0">
            <a:noFill/>
          </a:ln>
        </p:spPr>
        <p:style>
          <a:lnRef idx="0"/>
          <a:fillRef idx="0"/>
          <a:effectRef idx="0"/>
          <a:fontRef idx="minor"/>
        </p:style>
        <p:txBody>
          <a:bodyPr anchor="ctr">
            <a:noAutofit/>
          </a:bodyPr>
          <a:p>
            <a:pPr>
              <a:lnSpc>
                <a:spcPct val="100000"/>
              </a:lnSpc>
            </a:pPr>
            <a:r>
              <a:rPr b="0" lang="es-ES" sz="1600" strike="noStrike" u="none">
                <a:solidFill>
                  <a:srgbClr val="ffffff"/>
                </a:solidFill>
                <a:uFillTx/>
                <a:latin typeface="Arial"/>
                <a:ea typeface="Twentieth Century"/>
              </a:rPr>
              <a:t>A continuación, debe agregar una referencia de GameAssembly al ensamblaje de pruebas . Para ello:</a:t>
            </a:r>
            <a:br>
              <a:rPr sz="1600"/>
            </a:br>
            <a:r>
              <a:rPr b="1" lang="es-ES" sz="1600" strike="noStrike" u="none">
                <a:solidFill>
                  <a:schemeClr val="lt1"/>
                </a:solidFill>
                <a:uFillTx/>
                <a:latin typeface="Arial"/>
                <a:ea typeface="Arial"/>
              </a:rPr>
              <a:t>1 -</a:t>
            </a:r>
            <a:r>
              <a:rPr b="0" lang="es-ES" sz="1600" strike="noStrike" u="none">
                <a:solidFill>
                  <a:srgbClr val="000000"/>
                </a:solidFill>
                <a:uFillTx/>
                <a:latin typeface="Arial"/>
                <a:ea typeface="Arial"/>
              </a:rPr>
              <a:t> </a:t>
            </a:r>
            <a:r>
              <a:rPr b="0" lang="es-ES" sz="1600" strike="noStrike" u="none">
                <a:solidFill>
                  <a:srgbClr val="ffffff"/>
                </a:solidFill>
                <a:uFillTx/>
                <a:latin typeface="Arial"/>
                <a:ea typeface="Twentieth Century"/>
              </a:rPr>
              <a:t>Haga clic en la carpeta </a:t>
            </a:r>
            <a:r>
              <a:rPr b="1" lang="es-ES" sz="1600" strike="noStrike" u="none">
                <a:solidFill>
                  <a:schemeClr val="lt1"/>
                </a:solidFill>
                <a:uFillTx/>
                <a:latin typeface="Arial"/>
                <a:ea typeface="Twentieth Century"/>
              </a:rPr>
              <a:t>Tests</a:t>
            </a:r>
            <a:r>
              <a:rPr b="0" lang="es-ES" sz="1600" strike="noStrike" u="none">
                <a:solidFill>
                  <a:srgbClr val="ffffff"/>
                </a:solidFill>
                <a:uFillTx/>
                <a:latin typeface="Arial"/>
                <a:ea typeface="Twentieth Century"/>
              </a:rPr>
              <a:t> y, a continuación, haga clic en el archivo de definición de ensamblaje Pruebas .</a:t>
            </a:r>
            <a:br>
              <a:rPr sz="1600"/>
            </a:br>
            <a:r>
              <a:rPr b="1" lang="es-ES" sz="1600" strike="noStrike" u="none">
                <a:solidFill>
                  <a:schemeClr val="lt1"/>
                </a:solidFill>
                <a:uFillTx/>
                <a:latin typeface="Arial"/>
                <a:ea typeface="Arial"/>
              </a:rPr>
              <a:t>2 - </a:t>
            </a:r>
            <a:r>
              <a:rPr b="0" lang="es-ES" sz="1600" strike="noStrike" u="none">
                <a:solidFill>
                  <a:srgbClr val="ffffff"/>
                </a:solidFill>
                <a:uFillTx/>
                <a:latin typeface="Arial"/>
                <a:ea typeface="Twentieth Century"/>
              </a:rPr>
              <a:t>En el </a:t>
            </a:r>
            <a:r>
              <a:rPr b="1" lang="es-ES" sz="1600" strike="noStrike" u="none">
                <a:solidFill>
                  <a:srgbClr val="ffffff"/>
                </a:solidFill>
                <a:uFillTx/>
                <a:latin typeface="Arial"/>
                <a:ea typeface="Twentieth Century"/>
              </a:rPr>
              <a:t>Inspector</a:t>
            </a:r>
            <a:r>
              <a:rPr b="0" lang="es-ES" sz="1600" strike="noStrike" u="none">
                <a:solidFill>
                  <a:srgbClr val="ffffff"/>
                </a:solidFill>
                <a:uFillTx/>
                <a:latin typeface="Arial"/>
                <a:ea typeface="Twentieth Century"/>
              </a:rPr>
              <a:t> , haga clic en el botón más debajo del encabezado </a:t>
            </a:r>
            <a:r>
              <a:rPr b="1" lang="es-AR" sz="1600" strike="noStrike" u="none">
                <a:solidFill>
                  <a:schemeClr val="lt1"/>
                </a:solidFill>
                <a:uFillTx/>
                <a:latin typeface="Arial"/>
                <a:ea typeface="Arial"/>
              </a:rPr>
              <a:t>Assembly Definition References  3 - </a:t>
            </a:r>
            <a:r>
              <a:rPr b="0" lang="es-ES" sz="1600" strike="noStrike" u="none">
                <a:solidFill>
                  <a:srgbClr val="ffffff"/>
                </a:solidFill>
                <a:uFillTx/>
                <a:latin typeface="Arial"/>
                <a:ea typeface="Twentieth Century"/>
              </a:rPr>
              <a:t>Arrastre el </a:t>
            </a:r>
            <a:r>
              <a:rPr b="1" lang="es-ES" sz="1600" strike="noStrike" u="none">
                <a:solidFill>
                  <a:srgbClr val="ffffff"/>
                </a:solidFill>
                <a:uFillTx/>
                <a:latin typeface="Arial"/>
                <a:ea typeface="Twentieth Century"/>
              </a:rPr>
              <a:t>GameAssembly</a:t>
            </a:r>
            <a:r>
              <a:rPr b="0" lang="es-ES" sz="1600" strike="noStrike" u="none">
                <a:solidFill>
                  <a:srgbClr val="ffffff"/>
                </a:solidFill>
                <a:uFillTx/>
                <a:latin typeface="Arial"/>
                <a:ea typeface="Twentieth Century"/>
              </a:rPr>
              <a:t> al nuevo campo.</a:t>
            </a:r>
            <a:br>
              <a:rPr sz="1300"/>
            </a:br>
            <a:endParaRPr b="0" lang="es-ES" sz="1600" strike="noStrike" u="none">
              <a:solidFill>
                <a:srgbClr val="ffffff"/>
              </a:solidFill>
              <a:uFillTx/>
              <a:latin typeface="Arial"/>
            </a:endParaRPr>
          </a:p>
        </p:txBody>
      </p:sp>
      <p:pic>
        <p:nvPicPr>
          <p:cNvPr id="1397" name="Google Shape;627;p78" descr=""/>
          <p:cNvPicPr/>
          <p:nvPr/>
        </p:nvPicPr>
        <p:blipFill>
          <a:blip r:embed="rId1"/>
          <a:stretch/>
        </p:blipFill>
        <p:spPr>
          <a:xfrm>
            <a:off x="2696760" y="2120040"/>
            <a:ext cx="6561720" cy="424188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8" name="Google Shape;632;p79"/>
          <p:cNvSpPr/>
          <p:nvPr/>
        </p:nvSpPr>
        <p:spPr>
          <a:xfrm>
            <a:off x="419760" y="141840"/>
            <a:ext cx="11017440" cy="1477800"/>
          </a:xfrm>
          <a:prstGeom prst="rect">
            <a:avLst/>
          </a:prstGeom>
          <a:noFill/>
          <a:ln w="0">
            <a:noFill/>
          </a:ln>
        </p:spPr>
        <p:style>
          <a:lnRef idx="0"/>
          <a:fillRef idx="0"/>
          <a:effectRef idx="0"/>
          <a:fontRef idx="minor"/>
        </p:style>
        <p:txBody>
          <a:bodyPr anchor="ctr">
            <a:noAutofit/>
          </a:bodyPr>
          <a:p>
            <a:pPr algn="just">
              <a:lnSpc>
                <a:spcPct val="90000"/>
              </a:lnSpc>
              <a:tabLst>
                <a:tab algn="l" pos="0"/>
              </a:tabLst>
            </a:pPr>
            <a:r>
              <a:rPr b="0" lang="es-MX" sz="1800" strike="noStrike" u="none">
                <a:solidFill>
                  <a:srgbClr val="ffffff"/>
                </a:solidFill>
                <a:uFillTx/>
                <a:latin typeface="Arial"/>
                <a:ea typeface="Twentieth Century"/>
              </a:rPr>
              <a:t>Verás el archivo de ensamblaje</a:t>
            </a:r>
            <a:r>
              <a:rPr b="1" lang="es-MX" sz="1800" strike="noStrike" u="none">
                <a:solidFill>
                  <a:srgbClr val="ffffff"/>
                </a:solidFill>
                <a:uFillTx/>
                <a:latin typeface="Arial"/>
                <a:ea typeface="Twentieth Century"/>
              </a:rPr>
              <a:t> GameAssembly </a:t>
            </a:r>
            <a:r>
              <a:rPr b="0" lang="es-MX" sz="1800" strike="noStrike" u="none">
                <a:solidFill>
                  <a:srgbClr val="ffffff"/>
                </a:solidFill>
                <a:uFillTx/>
                <a:latin typeface="Arial"/>
                <a:ea typeface="Twentieth Century"/>
              </a:rPr>
              <a:t>en la sección de referencias. haz clic en el botón </a:t>
            </a:r>
            <a:r>
              <a:rPr b="1" lang="es-MX" sz="1800" strike="noStrike" u="none">
                <a:solidFill>
                  <a:srgbClr val="ffffff"/>
                </a:solidFill>
                <a:uFillTx/>
                <a:latin typeface="Arial"/>
                <a:ea typeface="Twentieth Century"/>
              </a:rPr>
              <a:t>Apply</a:t>
            </a:r>
            <a:r>
              <a:rPr b="0" lang="es-MX" sz="1800" strike="noStrike" u="none">
                <a:solidFill>
                  <a:srgbClr val="ffffff"/>
                </a:solidFill>
                <a:uFillTx/>
                <a:latin typeface="Arial"/>
                <a:ea typeface="Twentieth Century"/>
              </a:rPr>
              <a:t> en la parte inferior de la ventana del Inspector para guardar estos cambios. </a:t>
            </a:r>
            <a:endParaRPr b="0" lang="es-ES" sz="1800" strike="noStrike" u="none">
              <a:solidFill>
                <a:srgbClr val="ffffff"/>
              </a:solidFill>
              <a:uFillTx/>
              <a:latin typeface="Arial"/>
            </a:endParaRPr>
          </a:p>
        </p:txBody>
      </p:sp>
      <p:pic>
        <p:nvPicPr>
          <p:cNvPr id="1399" name="Google Shape;633;p79" descr=""/>
          <p:cNvPicPr/>
          <p:nvPr/>
        </p:nvPicPr>
        <p:blipFill>
          <a:blip r:embed="rId1"/>
          <a:stretch/>
        </p:blipFill>
        <p:spPr>
          <a:xfrm>
            <a:off x="3060000" y="1260000"/>
            <a:ext cx="6479640" cy="4068720"/>
          </a:xfrm>
          <a:prstGeom prst="rect">
            <a:avLst/>
          </a:prstGeom>
          <a:ln w="0">
            <a:noFill/>
          </a:ln>
        </p:spPr>
      </p:pic>
      <p:sp>
        <p:nvSpPr>
          <p:cNvPr id="1400" name="Google Shape;634;p79"/>
          <p:cNvSpPr/>
          <p:nvPr/>
        </p:nvSpPr>
        <p:spPr>
          <a:xfrm>
            <a:off x="659520" y="5707440"/>
            <a:ext cx="10777680" cy="48960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s-ES" sz="1800" strike="noStrike" u="none">
                <a:solidFill>
                  <a:schemeClr val="lt1"/>
                </a:solidFill>
                <a:uFillTx/>
                <a:latin typeface="Arial"/>
                <a:ea typeface="Arial"/>
              </a:rPr>
              <a:t>Este proceso le permite hacer referencia a los archivos de clase del juego dentro de los archivos de prueba unitaria, y ahora puede escribir pruebas. </a:t>
            </a:r>
            <a:endParaRPr b="0" lang="es-ES" sz="18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1" name="Google Shape;639;p80"/>
          <p:cNvSpPr/>
          <p:nvPr/>
        </p:nvSpPr>
        <p:spPr>
          <a:xfrm>
            <a:off x="1170720" y="637200"/>
            <a:ext cx="9905400" cy="147780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Lst>
            </a:pPr>
            <a:r>
              <a:rPr b="0" lang="es-ES" sz="1800" strike="noStrike" u="none">
                <a:solidFill>
                  <a:srgbClr val="ffffff"/>
                </a:solidFill>
                <a:uFillTx/>
                <a:latin typeface="Arial"/>
                <a:ea typeface="Twentieth Century"/>
              </a:rPr>
              <a:t>Reemplace todo el código en TestSuite.cs con lo siguiente: </a:t>
            </a:r>
            <a:endParaRPr b="0" lang="es-ES" sz="1800" strike="noStrike" u="none">
              <a:solidFill>
                <a:srgbClr val="ffffff"/>
              </a:solidFill>
              <a:uFillTx/>
              <a:latin typeface="Arial"/>
            </a:endParaRPr>
          </a:p>
        </p:txBody>
      </p:sp>
      <p:sp>
        <p:nvSpPr>
          <p:cNvPr id="1402" name="Google Shape;640;p80"/>
          <p:cNvSpPr/>
          <p:nvPr/>
        </p:nvSpPr>
        <p:spPr>
          <a:xfrm>
            <a:off x="988200" y="637200"/>
            <a:ext cx="11071440" cy="62244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s-MX" sz="3200" strike="noStrike" u="none">
                <a:solidFill>
                  <a:srgbClr val="ffffff"/>
                </a:solidFill>
                <a:uFillTx/>
                <a:latin typeface="Arial"/>
                <a:ea typeface="Twentieth Century"/>
              </a:rPr>
              <a:t>Cómo escribir tu primera prueba unitaria</a:t>
            </a:r>
            <a:endParaRPr b="0" lang="es-ES" sz="3200" strike="noStrike" u="none">
              <a:solidFill>
                <a:srgbClr val="ffffff"/>
              </a:solidFill>
              <a:uFillTx/>
              <a:latin typeface="Arial"/>
            </a:endParaRPr>
          </a:p>
        </p:txBody>
      </p:sp>
      <p:sp>
        <p:nvSpPr>
          <p:cNvPr id="1403" name="Google Shape;641;p80"/>
          <p:cNvSpPr/>
          <p:nvPr/>
        </p:nvSpPr>
        <p:spPr>
          <a:xfrm>
            <a:off x="4742640" y="2828520"/>
            <a:ext cx="2761200" cy="137952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s-ES" sz="1000" strike="noStrike" u="none">
              <a:solidFill>
                <a:srgbClr val="000000"/>
              </a:solidFill>
              <a:uFillTx/>
              <a:latin typeface="Arial"/>
              <a:ea typeface="Arial"/>
            </a:endParaRPr>
          </a:p>
        </p:txBody>
      </p:sp>
      <p:pic>
        <p:nvPicPr>
          <p:cNvPr id="1404" name="Imagen 1" descr=""/>
          <p:cNvPicPr/>
          <p:nvPr/>
        </p:nvPicPr>
        <p:blipFill>
          <a:blip r:embed="rId1"/>
          <a:stretch/>
        </p:blipFill>
        <p:spPr>
          <a:xfrm>
            <a:off x="3506400" y="2115360"/>
            <a:ext cx="3997440" cy="2815920"/>
          </a:xfrm>
          <a:prstGeom prst="rect">
            <a:avLst/>
          </a:prstGeom>
          <a:ln w="0">
            <a:noFill/>
          </a:ln>
        </p:spPr>
      </p:pic>
      <p:sp>
        <p:nvSpPr>
          <p:cNvPr id="1405" name="Rectángulo 2"/>
          <p:cNvSpPr/>
          <p:nvPr/>
        </p:nvSpPr>
        <p:spPr>
          <a:xfrm>
            <a:off x="1170360" y="5525640"/>
            <a:ext cx="920232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MX" sz="1600" strike="noStrike" u="none">
                <a:solidFill>
                  <a:schemeClr val="lt1"/>
                </a:solidFill>
                <a:uFillTx/>
                <a:latin typeface="Arial"/>
                <a:ea typeface="Arial"/>
              </a:rPr>
              <a:t>Nos centraremos en pruebas en la detección de impactos y en las mecánicas básicas del juego.</a:t>
            </a:r>
            <a:endParaRPr b="0" lang="es-ES" sz="16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6" name="Google Shape;646;p81"/>
          <p:cNvSpPr/>
          <p:nvPr/>
        </p:nvSpPr>
        <p:spPr>
          <a:xfrm>
            <a:off x="646920" y="209160"/>
            <a:ext cx="11135160" cy="1477800"/>
          </a:xfrm>
          <a:prstGeom prst="rect">
            <a:avLst/>
          </a:prstGeom>
          <a:noFill/>
          <a:ln w="0">
            <a:noFill/>
          </a:ln>
        </p:spPr>
        <p:style>
          <a:lnRef idx="0"/>
          <a:fillRef idx="0"/>
          <a:effectRef idx="0"/>
          <a:fontRef idx="minor"/>
        </p:style>
        <p:txBody>
          <a:bodyPr lIns="0" rIns="0" tIns="0" bIns="0" anchor="ctr">
            <a:noAutofit/>
          </a:bodyPr>
          <a:p>
            <a:pPr algn="just">
              <a:lnSpc>
                <a:spcPct val="100000"/>
              </a:lnSpc>
            </a:pPr>
            <a:r>
              <a:rPr b="0" lang="es-MX" sz="1800" strike="noStrike" u="none">
                <a:solidFill>
                  <a:schemeClr val="lt1"/>
                </a:solidFill>
                <a:uFillTx/>
                <a:latin typeface="Arial"/>
                <a:ea typeface="Arial"/>
              </a:rPr>
              <a:t>Para la primera prueba, es una buena idea asegurarse de que los asteroides realmente se mueven hacia abajo. Sería muy difícil que los asteroides golpearan la nave si se alejan de ella. Agregue el siguiente método y variable privada al script </a:t>
            </a:r>
            <a:r>
              <a:rPr b="1" lang="es-MX" sz="1800" strike="noStrike" u="none">
                <a:solidFill>
                  <a:schemeClr val="lt1"/>
                </a:solidFill>
                <a:uFillTx/>
                <a:latin typeface="Arial"/>
                <a:ea typeface="Arial"/>
              </a:rPr>
              <a:t>TestSuite y guarde:</a:t>
            </a:r>
            <a:endParaRPr b="0" lang="es-ES" sz="1800" strike="noStrike" u="none">
              <a:solidFill>
                <a:srgbClr val="ffffff"/>
              </a:solidFill>
              <a:uFillTx/>
              <a:latin typeface="Arial"/>
            </a:endParaRPr>
          </a:p>
        </p:txBody>
      </p:sp>
      <p:pic>
        <p:nvPicPr>
          <p:cNvPr id="1407" name="Imagen 1" descr=""/>
          <p:cNvPicPr/>
          <p:nvPr/>
        </p:nvPicPr>
        <p:blipFill>
          <a:blip r:embed="rId1"/>
          <a:stretch/>
        </p:blipFill>
        <p:spPr>
          <a:xfrm>
            <a:off x="2721240" y="1687320"/>
            <a:ext cx="6362280" cy="495648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8" name="Google Shape;652;p82"/>
          <p:cNvSpPr/>
          <p:nvPr/>
        </p:nvSpPr>
        <p:spPr>
          <a:xfrm>
            <a:off x="1141560" y="618480"/>
            <a:ext cx="9905400" cy="147780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sp>
        <p:nvSpPr>
          <p:cNvPr id="1409" name="Google Shape;653;p82"/>
          <p:cNvSpPr/>
          <p:nvPr/>
        </p:nvSpPr>
        <p:spPr>
          <a:xfrm>
            <a:off x="360000" y="410400"/>
            <a:ext cx="11511720" cy="627120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pPr>
            <a:r>
              <a:rPr b="0" lang="es-MX" sz="1600" strike="noStrike" u="none">
                <a:solidFill>
                  <a:schemeClr val="lt1"/>
                </a:solidFill>
                <a:uFillTx/>
                <a:latin typeface="Arial"/>
                <a:ea typeface="Arial"/>
              </a:rPr>
              <a:t>Aquí solo hay unas pocas líneas de código, pero hay mucho que hacer. Tómate un momento y asegúrate de comprender cada parte:</a:t>
            </a:r>
            <a:endParaRPr b="0" lang="es-ES" sz="1600" strike="noStrike" u="none">
              <a:solidFill>
                <a:srgbClr val="ffffff"/>
              </a:solidFill>
              <a:uFillTx/>
              <a:latin typeface="Arial"/>
            </a:endParaRPr>
          </a:p>
          <a:p>
            <a:pPr algn="just">
              <a:lnSpc>
                <a:spcPct val="100000"/>
              </a:lnSpc>
            </a:pPr>
            <a:endParaRPr b="0" lang="es-ES" sz="1600" strike="noStrike" u="none">
              <a:solidFill>
                <a:srgbClr val="ffffff"/>
              </a:solidFill>
              <a:uFillTx/>
              <a:latin typeface="Arial"/>
            </a:endParaRPr>
          </a:p>
          <a:p>
            <a:pPr algn="just">
              <a:lnSpc>
                <a:spcPct val="100000"/>
              </a:lnSpc>
            </a:pPr>
            <a:r>
              <a:rPr b="0" lang="es-MX" sz="1600" strike="noStrike" u="none">
                <a:solidFill>
                  <a:schemeClr val="lt1"/>
                </a:solidFill>
                <a:uFillTx/>
                <a:latin typeface="Arial"/>
                <a:ea typeface="Arial"/>
              </a:rPr>
              <a:t>1- Esta es una referencia a nivel de clase de la clase </a:t>
            </a:r>
            <a:r>
              <a:rPr b="1" lang="es-MX" sz="1600" strike="noStrike" u="none">
                <a:solidFill>
                  <a:schemeClr val="lt1"/>
                </a:solidFill>
                <a:uFillTx/>
                <a:latin typeface="Arial"/>
                <a:ea typeface="Arial"/>
              </a:rPr>
              <a:t>Game</a:t>
            </a:r>
            <a:r>
              <a:rPr b="0" lang="es-MX" sz="1600" strike="noStrike" u="none">
                <a:solidFill>
                  <a:schemeClr val="lt1"/>
                </a:solidFill>
                <a:uFillTx/>
                <a:latin typeface="Arial"/>
                <a:ea typeface="Arial"/>
              </a:rPr>
              <a:t> . Esto le brinda acceso a la lógica clave del juego para realizar pruebas.</a:t>
            </a:r>
            <a:endParaRPr b="0" lang="es-ES" sz="1600" strike="noStrike" u="none">
              <a:solidFill>
                <a:srgbClr val="ffffff"/>
              </a:solidFill>
              <a:uFillTx/>
              <a:latin typeface="Arial"/>
            </a:endParaRPr>
          </a:p>
          <a:p>
            <a:pPr algn="just">
              <a:lnSpc>
                <a:spcPct val="100000"/>
              </a:lnSpc>
            </a:pPr>
            <a:r>
              <a:rPr b="0" lang="es-MX" sz="1600" strike="noStrike" u="none">
                <a:solidFill>
                  <a:schemeClr val="lt1"/>
                </a:solidFill>
                <a:uFillTx/>
                <a:latin typeface="Arial"/>
                <a:ea typeface="Arial"/>
              </a:rPr>
              <a:t>2 - Este es un </a:t>
            </a:r>
            <a:r>
              <a:rPr b="1" lang="es-MX" sz="1600" strike="noStrike" u="none">
                <a:solidFill>
                  <a:schemeClr val="lt1"/>
                </a:solidFill>
                <a:uFillTx/>
                <a:latin typeface="Arial"/>
                <a:ea typeface="Arial"/>
              </a:rPr>
              <a:t>atributo</a:t>
            </a:r>
            <a:r>
              <a:rPr b="0" lang="es-MX" sz="1600" strike="noStrike" u="none">
                <a:solidFill>
                  <a:schemeClr val="lt1"/>
                </a:solidFill>
                <a:uFillTx/>
                <a:latin typeface="Arial"/>
                <a:ea typeface="Arial"/>
              </a:rPr>
              <a:t> , como se describió anteriormente. Los atributos definen comportamientos especiales del compilador. Le indica al compilador de Unity que se trata de una prueba unitaria. Esto hará que aparezca en </a:t>
            </a:r>
            <a:r>
              <a:rPr b="1" lang="es-MX" sz="1600" strike="noStrike" u="none">
                <a:solidFill>
                  <a:schemeClr val="lt1"/>
                </a:solidFill>
                <a:uFillTx/>
                <a:latin typeface="Arial"/>
                <a:ea typeface="Arial"/>
              </a:rPr>
              <a:t>Test Runner </a:t>
            </a:r>
            <a:r>
              <a:rPr b="0" lang="es-MX" sz="1600" strike="noStrike" u="none">
                <a:solidFill>
                  <a:schemeClr val="lt1"/>
                </a:solidFill>
                <a:uFillTx/>
                <a:latin typeface="Arial"/>
                <a:ea typeface="Arial"/>
              </a:rPr>
              <a:t>cuando ejecute sus pruebas.</a:t>
            </a:r>
            <a:endParaRPr b="0" lang="es-ES" sz="1600" strike="noStrike" u="none">
              <a:solidFill>
                <a:srgbClr val="ffffff"/>
              </a:solidFill>
              <a:uFillTx/>
              <a:latin typeface="Arial"/>
            </a:endParaRPr>
          </a:p>
          <a:p>
            <a:pPr algn="just">
              <a:lnSpc>
                <a:spcPct val="100000"/>
              </a:lnSpc>
            </a:pPr>
            <a:r>
              <a:rPr b="0" lang="es-MX" sz="1600" strike="noStrike" u="none">
                <a:solidFill>
                  <a:schemeClr val="lt1"/>
                </a:solidFill>
                <a:uFillTx/>
                <a:latin typeface="Arial"/>
                <a:ea typeface="Arial"/>
              </a:rPr>
              <a:t>3 - Crea una instancia del juego. Todo está anidado en el juego, por lo que cuando creas esto, todo lo que necesitas para probar está aquí. En un entorno de producción, es probable que no tengas todo en un solo prefabricado. Por lo tanto, tendrás que tener cuidado de recrear todos los objetos necesarios en la escena.</a:t>
            </a:r>
            <a:endParaRPr b="0" lang="es-ES" sz="1600" strike="noStrike" u="none">
              <a:solidFill>
                <a:srgbClr val="ffffff"/>
              </a:solidFill>
              <a:uFillTx/>
              <a:latin typeface="Arial"/>
            </a:endParaRPr>
          </a:p>
          <a:p>
            <a:pPr algn="just">
              <a:lnSpc>
                <a:spcPct val="100000"/>
              </a:lnSpc>
            </a:pPr>
            <a:r>
              <a:rPr b="0" lang="es-MX" sz="1600" strike="noStrike" u="none">
                <a:solidFill>
                  <a:schemeClr val="lt1"/>
                </a:solidFill>
                <a:uFillTx/>
                <a:latin typeface="Arial"/>
                <a:ea typeface="Arial"/>
              </a:rPr>
              <a:t>4 - Aquí estás creando un asteroide para que puedas hacer un seguimiento de su movimiento. El SpawnAsteroidmétodo devuelve una instancia de un asteroide creado. El componente Asteroide tiene un Movemétodo (revisa el script Asteroide en Activos / Scripts si tienes curiosidad sobre cómo funciona el movimiento).</a:t>
            </a:r>
            <a:endParaRPr b="0" lang="es-ES" sz="1600" strike="noStrike" u="none">
              <a:solidFill>
                <a:srgbClr val="ffffff"/>
              </a:solidFill>
              <a:uFillTx/>
              <a:latin typeface="Arial"/>
            </a:endParaRPr>
          </a:p>
          <a:p>
            <a:pPr algn="just">
              <a:lnSpc>
                <a:spcPct val="100000"/>
              </a:lnSpc>
            </a:pPr>
            <a:r>
              <a:rPr b="0" lang="es-MX" sz="1600" strike="noStrike" u="none">
                <a:solidFill>
                  <a:schemeClr val="lt1"/>
                </a:solidFill>
                <a:uFillTx/>
                <a:latin typeface="Arial"/>
                <a:ea typeface="Arial"/>
              </a:rPr>
              <a:t>5 - Es necesario llevar un registro de la posición inicial para la afirmación en la que se verifica si el asteroide se ha movido hacia abajo.</a:t>
            </a:r>
            <a:endParaRPr b="0" lang="es-ES" sz="1600" strike="noStrike" u="none">
              <a:solidFill>
                <a:srgbClr val="ffffff"/>
              </a:solidFill>
              <a:uFillTx/>
              <a:latin typeface="Arial"/>
            </a:endParaRPr>
          </a:p>
          <a:p>
            <a:pPr algn="just">
              <a:lnSpc>
                <a:spcPct val="100000"/>
              </a:lnSpc>
            </a:pPr>
            <a:r>
              <a:rPr b="0" lang="es-MX" sz="1600" strike="noStrike" u="none">
                <a:solidFill>
                  <a:schemeClr val="lt1"/>
                </a:solidFill>
                <a:uFillTx/>
                <a:latin typeface="Arial"/>
                <a:ea typeface="Arial"/>
              </a:rPr>
              <a:t>6 - Como estás usando una corrutina de UnityTest , tienes que agregar una declaración de rendimiento. En este caso, también estás agregando un intervalo de tiempo de 0,1 segundos para simular el tiempo que debe pasar hasta que el asteroide se desplace hacia abajo.</a:t>
            </a:r>
            <a:endParaRPr b="0" lang="es-ES" sz="1600" strike="noStrike" u="none">
              <a:solidFill>
                <a:srgbClr val="ffffff"/>
              </a:solidFill>
              <a:uFillTx/>
              <a:latin typeface="Arial"/>
            </a:endParaRPr>
          </a:p>
          <a:p>
            <a:pPr algn="just">
              <a:lnSpc>
                <a:spcPct val="100000"/>
              </a:lnSpc>
            </a:pPr>
            <a:r>
              <a:rPr b="0" lang="es-MX" sz="1600" strike="noStrike" u="none">
                <a:solidFill>
                  <a:schemeClr val="lt1"/>
                </a:solidFill>
                <a:uFillTx/>
                <a:latin typeface="Arial"/>
                <a:ea typeface="Arial"/>
              </a:rPr>
              <a:t>7 - Este es el paso de afirmación , en el que se afirma que la posición del asteroide es menor que la posición inicial (lo que significa que se movió hacia abajo). Comprender las afirmaciones es una parte clave de las pruebas unitarias, y NUnit proporciona diferentes métodos de afirmación. Esta línea determina si se aprueba o no la prueba.</a:t>
            </a:r>
            <a:endParaRPr b="0" lang="es-ES" sz="1600" strike="noStrike" u="none">
              <a:solidFill>
                <a:srgbClr val="ffffff"/>
              </a:solidFill>
              <a:uFillTx/>
              <a:latin typeface="Arial"/>
            </a:endParaRPr>
          </a:p>
          <a:p>
            <a:pPr algn="just">
              <a:lnSpc>
                <a:spcPct val="100000"/>
              </a:lnSpc>
            </a:pPr>
            <a:r>
              <a:rPr b="0" lang="es-MX" sz="1600" strike="noStrike" u="none">
                <a:solidFill>
                  <a:schemeClr val="lt1"/>
                </a:solidFill>
                <a:uFillTx/>
                <a:latin typeface="Arial"/>
                <a:ea typeface="Arial"/>
              </a:rPr>
              <a:t>8 - ¡Asegúrate de limpiar lo que hayas hecho! Es fundamental eliminar o restablecer el código después de una prueba unitaria para que, cuando se ejecute la siguiente prueba, no haya artefactos que puedan afectarla. Al eliminar el objeto del juego, se elimina cualquier otra cosa que se haya podido crear.</a:t>
            </a:r>
            <a:endParaRPr b="0" lang="es-ES" sz="16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0" name="Google Shape;658;p83"/>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90000"/>
              </a:lnSpc>
              <a:tabLst>
                <a:tab algn="l" pos="0"/>
              </a:tabLst>
            </a:pPr>
            <a:br>
              <a:rPr sz="1800"/>
            </a:br>
            <a:endParaRPr b="0" lang="es-ES" sz="1800" strike="noStrike" u="none">
              <a:solidFill>
                <a:srgbClr val="ffffff"/>
              </a:solidFill>
              <a:uFillTx/>
              <a:latin typeface="Arial"/>
            </a:endParaRPr>
          </a:p>
        </p:txBody>
      </p:sp>
      <p:pic>
        <p:nvPicPr>
          <p:cNvPr id="1411" name="Google Shape;659;p83" descr=""/>
          <p:cNvPicPr/>
          <p:nvPr/>
        </p:nvPicPr>
        <p:blipFill>
          <a:blip r:embed="rId1"/>
          <a:stretch/>
        </p:blipFill>
        <p:spPr>
          <a:xfrm>
            <a:off x="2445120" y="2233080"/>
            <a:ext cx="7298280" cy="2660760"/>
          </a:xfrm>
          <a:prstGeom prst="rect">
            <a:avLst/>
          </a:prstGeom>
          <a:ln w="0">
            <a:noFill/>
          </a:ln>
        </p:spPr>
      </p:pic>
      <p:sp>
        <p:nvSpPr>
          <p:cNvPr id="1412" name=""/>
          <p:cNvSpPr txBox="1"/>
          <p:nvPr/>
        </p:nvSpPr>
        <p:spPr>
          <a:xfrm>
            <a:off x="180000" y="720000"/>
            <a:ext cx="11340000" cy="945720"/>
          </a:xfrm>
          <a:prstGeom prst="rect">
            <a:avLst/>
          </a:prstGeom>
          <a:noFill/>
          <a:ln w="0">
            <a:noFill/>
          </a:ln>
        </p:spPr>
        <p:txBody>
          <a:bodyPr lIns="90000" rIns="90000" tIns="45000" bIns="45000" anchor="t">
            <a:noAutofit/>
          </a:bodyPr>
          <a:p>
            <a:r>
              <a:rPr b="0" lang="es-ES" sz="1600" strike="noStrike" u="none">
                <a:solidFill>
                  <a:srgbClr val="ffffff"/>
                </a:solidFill>
                <a:uFillTx/>
                <a:latin typeface="Arial Black"/>
              </a:rPr>
              <a:t>Has escrito tu primera prueba unitaria, pero ¿cómo sabes si funciona? ¡Con el Test Runner, por supuesto! En la ventana Test Runner, expande todas las flechas. Verás tu AsteroidsMoveDownprueba en la lista con un círculo gris: </a:t>
            </a:r>
            <a:endParaRPr b="0" lang="es-ES" sz="1600" strike="noStrike" u="none">
              <a:solidFill>
                <a:srgbClr val="ffffff"/>
              </a:solidFill>
              <a:uFillTx/>
              <a:latin typeface="Arial Black"/>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3" name="Google Shape;664;p84"/>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pic>
        <p:nvPicPr>
          <p:cNvPr id="1414" name="Google Shape;665;p84" descr=""/>
          <p:cNvPicPr/>
          <p:nvPr/>
        </p:nvPicPr>
        <p:blipFill>
          <a:blip r:embed="rId1"/>
          <a:stretch/>
        </p:blipFill>
        <p:spPr>
          <a:xfrm>
            <a:off x="2758320" y="2532240"/>
            <a:ext cx="6671160" cy="243216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5" name="Google Shape;670;p85"/>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pic>
        <p:nvPicPr>
          <p:cNvPr id="1416" name="Google Shape;671;p85" descr=""/>
          <p:cNvPicPr/>
          <p:nvPr/>
        </p:nvPicPr>
        <p:blipFill>
          <a:blip r:embed="rId1"/>
          <a:stretch/>
        </p:blipFill>
        <p:spPr>
          <a:xfrm>
            <a:off x="3455640" y="3058200"/>
            <a:ext cx="5276880" cy="192348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7" name="Google Shape;676;p86"/>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pic>
        <p:nvPicPr>
          <p:cNvPr id="1418" name="Google Shape;677;p86" descr=""/>
          <p:cNvPicPr/>
          <p:nvPr/>
        </p:nvPicPr>
        <p:blipFill>
          <a:blip r:embed="rId1"/>
          <a:stretch/>
        </p:blipFill>
        <p:spPr>
          <a:xfrm>
            <a:off x="3455640" y="3058200"/>
            <a:ext cx="5276880" cy="192348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9" name="Google Shape;682;p87"/>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pic>
        <p:nvPicPr>
          <p:cNvPr id="1420" name="Google Shape;683;p87" descr=""/>
          <p:cNvPicPr/>
          <p:nvPr/>
        </p:nvPicPr>
        <p:blipFill>
          <a:blip r:embed="rId1"/>
          <a:stretch/>
        </p:blipFill>
        <p:spPr>
          <a:xfrm>
            <a:off x="3455640" y="3058200"/>
            <a:ext cx="5276880" cy="192348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1" name="Google Shape;688;p88"/>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pic>
        <p:nvPicPr>
          <p:cNvPr id="1422" name="Google Shape;689;p88" descr=""/>
          <p:cNvPicPr/>
          <p:nvPr/>
        </p:nvPicPr>
        <p:blipFill>
          <a:blip r:embed="rId1"/>
          <a:stretch/>
        </p:blipFill>
        <p:spPr>
          <a:xfrm>
            <a:off x="3455640" y="3058200"/>
            <a:ext cx="5276880" cy="192348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3" name="Google Shape;694;p89"/>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pic>
        <p:nvPicPr>
          <p:cNvPr id="1424" name="Google Shape;695;p89" descr=""/>
          <p:cNvPicPr/>
          <p:nvPr/>
        </p:nvPicPr>
        <p:blipFill>
          <a:blip r:embed="rId1"/>
          <a:stretch/>
        </p:blipFill>
        <p:spPr>
          <a:xfrm>
            <a:off x="3455640" y="2972520"/>
            <a:ext cx="5276880" cy="209520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5" name="Google Shape;700;p90"/>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pic>
        <p:nvPicPr>
          <p:cNvPr id="1426" name="Google Shape;701;p90" descr=""/>
          <p:cNvPicPr/>
          <p:nvPr/>
        </p:nvPicPr>
        <p:blipFill>
          <a:blip r:embed="rId1"/>
          <a:stretch/>
        </p:blipFill>
        <p:spPr>
          <a:xfrm>
            <a:off x="3455640" y="2972520"/>
            <a:ext cx="5276880" cy="209520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7" name="Google Shape;706;p91"/>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pic>
        <p:nvPicPr>
          <p:cNvPr id="1428" name="Google Shape;707;p91" descr=""/>
          <p:cNvPicPr/>
          <p:nvPr/>
        </p:nvPicPr>
        <p:blipFill>
          <a:blip r:embed="rId1"/>
          <a:stretch/>
        </p:blipFill>
        <p:spPr>
          <a:xfrm>
            <a:off x="3455640" y="2924640"/>
            <a:ext cx="5276880" cy="219024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9" name="Google Shape;712;p92"/>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pic>
        <p:nvPicPr>
          <p:cNvPr id="1430" name="Google Shape;713;p92" descr=""/>
          <p:cNvPicPr/>
          <p:nvPr/>
        </p:nvPicPr>
        <p:blipFill>
          <a:blip r:embed="rId1"/>
          <a:stretch/>
        </p:blipFill>
        <p:spPr>
          <a:xfrm>
            <a:off x="3455640" y="2858040"/>
            <a:ext cx="5276880" cy="232380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1" name="Google Shape;718;p93"/>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pic>
        <p:nvPicPr>
          <p:cNvPr id="1432" name="Google Shape;719;p93" descr=""/>
          <p:cNvPicPr/>
          <p:nvPr/>
        </p:nvPicPr>
        <p:blipFill>
          <a:blip r:embed="rId1"/>
          <a:stretch/>
        </p:blipFill>
        <p:spPr>
          <a:xfrm>
            <a:off x="4190400" y="2249640"/>
            <a:ext cx="3807720" cy="354096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3" name="Google Shape;724;p94"/>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pic>
        <p:nvPicPr>
          <p:cNvPr id="1434" name="Google Shape;725;p94" descr=""/>
          <p:cNvPicPr/>
          <p:nvPr/>
        </p:nvPicPr>
        <p:blipFill>
          <a:blip r:embed="rId1"/>
          <a:stretch/>
        </p:blipFill>
        <p:spPr>
          <a:xfrm>
            <a:off x="3673440" y="1705680"/>
            <a:ext cx="4287960" cy="468252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5" name="Google Shape;730;p95"/>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pic>
        <p:nvPicPr>
          <p:cNvPr id="1436" name="Google Shape;731;p95" descr=""/>
          <p:cNvPicPr/>
          <p:nvPr/>
        </p:nvPicPr>
        <p:blipFill>
          <a:blip r:embed="rId1"/>
          <a:stretch/>
        </p:blipFill>
        <p:spPr>
          <a:xfrm>
            <a:off x="4459320" y="2249640"/>
            <a:ext cx="3269520" cy="354096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7" name="Google Shape;736;p96"/>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pic>
        <p:nvPicPr>
          <p:cNvPr id="1438" name="Google Shape;737;p96" descr=""/>
          <p:cNvPicPr/>
          <p:nvPr/>
        </p:nvPicPr>
        <p:blipFill>
          <a:blip r:embed="rId1"/>
          <a:stretch/>
        </p:blipFill>
        <p:spPr>
          <a:xfrm>
            <a:off x="2434680" y="2249640"/>
            <a:ext cx="7319160" cy="3540960"/>
          </a:xfrm>
          <a:prstGeom prst="rect">
            <a:avLst/>
          </a:prstGeom>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9" name="Google Shape;742;p97"/>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pic>
        <p:nvPicPr>
          <p:cNvPr id="1440" name="Google Shape;743;p97" descr=""/>
          <p:cNvPicPr/>
          <p:nvPr/>
        </p:nvPicPr>
        <p:blipFill>
          <a:blip r:embed="rId1"/>
          <a:stretch/>
        </p:blipFill>
        <p:spPr>
          <a:xfrm>
            <a:off x="2434680" y="2249640"/>
            <a:ext cx="7319160" cy="354096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1" name="Google Shape;748;p98"/>
          <p:cNvSpPr/>
          <p:nvPr/>
        </p:nvSpPr>
        <p:spPr>
          <a:xfrm>
            <a:off x="1141560" y="618480"/>
            <a:ext cx="9905400" cy="1477800"/>
          </a:xfrm>
          <a:prstGeom prst="rect">
            <a:avLst/>
          </a:prstGeom>
          <a:noFill/>
          <a:ln w="0">
            <a:noFill/>
          </a:ln>
        </p:spPr>
        <p:style>
          <a:lnRef idx="0"/>
          <a:fillRef idx="0"/>
          <a:effectRef idx="0"/>
          <a:fontRef idx="minor"/>
        </p:style>
        <p:txBody>
          <a:bodyPr anchor="ctr">
            <a:noAutofit/>
          </a:bodyPr>
          <a:p>
            <a:pPr>
              <a:lnSpc>
                <a:spcPct val="100000"/>
              </a:lnSpc>
              <a:tabLst>
                <a:tab algn="l" pos="0"/>
              </a:tabLst>
            </a:pPr>
            <a:endParaRPr b="0" lang="es-ES" sz="1800" strike="noStrike" u="none">
              <a:solidFill>
                <a:srgbClr val="ffffff"/>
              </a:solidFill>
              <a:uFillTx/>
              <a:latin typeface="Twentieth Century"/>
              <a:ea typeface="Twentieth Century"/>
            </a:endParaRPr>
          </a:p>
        </p:txBody>
      </p:sp>
      <p:pic>
        <p:nvPicPr>
          <p:cNvPr id="1442" name="Google Shape;749;p98" descr=""/>
          <p:cNvPicPr/>
          <p:nvPr/>
        </p:nvPicPr>
        <p:blipFill>
          <a:blip r:embed="rId1"/>
          <a:stretch/>
        </p:blipFill>
        <p:spPr>
          <a:xfrm>
            <a:off x="1141560" y="2366280"/>
            <a:ext cx="9905400" cy="330732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3" name="Rectángulo 1"/>
          <p:cNvSpPr/>
          <p:nvPr/>
        </p:nvSpPr>
        <p:spPr>
          <a:xfrm>
            <a:off x="540000" y="1173240"/>
            <a:ext cx="6095520" cy="1584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MX" sz="1400" strike="noStrike" u="sng">
                <a:solidFill>
                  <a:schemeClr val="dk1"/>
                </a:solidFill>
                <a:uFillTx/>
                <a:latin typeface="Ubuntu"/>
                <a:ea typeface="Arial"/>
                <a:hlinkClick r:id="rId1"/>
              </a:rPr>
              <a:t>Documentación del </a:t>
            </a:r>
            <a:r>
              <a:rPr b="0" lang="es-AR" sz="1400" strike="noStrike" u="none">
                <a:solidFill>
                  <a:schemeClr val="dk1"/>
                </a:solidFill>
                <a:uFillTx/>
                <a:latin typeface="Arial"/>
                <a:ea typeface="Arial"/>
              </a:rPr>
              <a:t>Unity Test Framework </a:t>
            </a:r>
            <a:r>
              <a:rPr b="0" lang="es-MX" sz="1400" strike="noStrike" u="none">
                <a:solidFill>
                  <a:schemeClr val="dk1"/>
                </a:solidFill>
                <a:uFillTx/>
                <a:latin typeface="Ubuntu"/>
                <a:ea typeface="Arial"/>
              </a:rPr>
              <a:t> .</a:t>
            </a:r>
            <a:endParaRPr b="0" lang="es-ES" sz="1400" strike="noStrike" u="none">
              <a:solidFill>
                <a:srgbClr val="ffffff"/>
              </a:solidFill>
              <a:uFillTx/>
              <a:latin typeface="Arial"/>
            </a:endParaRPr>
          </a:p>
          <a:p>
            <a:pPr>
              <a:lnSpc>
                <a:spcPct val="100000"/>
              </a:lnSpc>
            </a:pPr>
            <a:r>
              <a:rPr b="0" lang="es-MX" sz="1400" strike="noStrike" u="none">
                <a:solidFill>
                  <a:schemeClr val="dk1"/>
                </a:solidFill>
                <a:uFillTx/>
                <a:latin typeface="Ubuntu"/>
                <a:ea typeface="Arial"/>
              </a:rPr>
              <a:t>https://docs.unity3d.com/Packages/com.unity.test-framework@1.1/manual/index.html</a:t>
            </a:r>
            <a:endParaRPr b="0" lang="es-ES" sz="1400" strike="noStrike" u="none">
              <a:solidFill>
                <a:srgbClr val="ffffff"/>
              </a:solidFill>
              <a:uFillTx/>
              <a:latin typeface="Arial"/>
            </a:endParaRPr>
          </a:p>
          <a:p>
            <a:pPr>
              <a:lnSpc>
                <a:spcPct val="100000"/>
              </a:lnSpc>
            </a:pPr>
            <a:r>
              <a:rPr b="0" lang="es-MX" sz="1400" strike="noStrike" u="sng">
                <a:solidFill>
                  <a:schemeClr val="lt1"/>
                </a:solidFill>
                <a:uFillTx/>
                <a:latin typeface="Ubuntu"/>
                <a:ea typeface="Arial"/>
                <a:hlinkClick r:id="rId2"/>
              </a:rPr>
              <a:t>Documentación de </a:t>
            </a:r>
            <a:r>
              <a:rPr b="0" lang="es-MX" sz="1400" strike="noStrike" u="sng">
                <a:solidFill>
                  <a:schemeClr val="lt1"/>
                </a:solidFill>
                <a:uFillTx/>
                <a:latin typeface="Ubuntu"/>
                <a:ea typeface="Arial"/>
                <a:hlinkClick r:id="rId3"/>
              </a:rPr>
              <a:t>InputSystem</a:t>
            </a:r>
            <a:r>
              <a:rPr b="0" lang="es-MX" sz="1400" strike="noStrike" u="sng">
                <a:solidFill>
                  <a:schemeClr val="lt1"/>
                </a:solidFill>
                <a:uFillTx/>
                <a:latin typeface="Ubuntu"/>
                <a:ea typeface="Arial"/>
                <a:hlinkClick r:id="rId4"/>
              </a:rPr>
              <a:t> sobre pruebas de entrada</a:t>
            </a:r>
            <a:r>
              <a:rPr b="0" lang="es-MX" sz="1400" strike="noStrike" u="none">
                <a:solidFill>
                  <a:schemeClr val="lt1"/>
                </a:solidFill>
                <a:uFillTx/>
                <a:latin typeface="Ubuntu"/>
                <a:ea typeface="Arial"/>
              </a:rPr>
              <a:t> .</a:t>
            </a:r>
            <a:endParaRPr b="0" lang="es-ES" sz="1400" strike="noStrike" u="none">
              <a:solidFill>
                <a:srgbClr val="ffffff"/>
              </a:solidFill>
              <a:uFillTx/>
              <a:latin typeface="Arial"/>
            </a:endParaRPr>
          </a:p>
          <a:p>
            <a:pPr>
              <a:lnSpc>
                <a:spcPct val="100000"/>
              </a:lnSpc>
            </a:pPr>
            <a:endParaRPr b="0" lang="es-ES" sz="1400" strike="noStrike" u="none">
              <a:solidFill>
                <a:srgbClr val="ffffff"/>
              </a:solidFill>
              <a:uFillTx/>
              <a:latin typeface="Arial"/>
            </a:endParaRPr>
          </a:p>
          <a:p>
            <a:pPr>
              <a:lnSpc>
                <a:spcPct val="100000"/>
              </a:lnSpc>
            </a:pPr>
            <a:r>
              <a:rPr b="0" lang="es-MX" sz="1400" strike="noStrike" u="sng">
                <a:solidFill>
                  <a:schemeClr val="dk1"/>
                </a:solidFill>
                <a:uFillTx/>
                <a:latin typeface="Ubuntu"/>
                <a:ea typeface="Arial"/>
                <a:hlinkClick r:id="rId5"/>
              </a:rPr>
              <a:t>https://</a:t>
            </a:r>
            <a:r>
              <a:rPr b="0" lang="es-MX" sz="1400" strike="noStrike" u="sng">
                <a:solidFill>
                  <a:schemeClr val="dk1"/>
                </a:solidFill>
                <a:uFillTx/>
                <a:latin typeface="Ubuntu"/>
                <a:ea typeface="Arial"/>
                <a:hlinkClick r:id="rId6"/>
              </a:rPr>
              <a:t>docs.unity3d.com/Packages/com.unity.inputsystem@1.1/manual/Testing.html</a:t>
            </a:r>
            <a:endParaRPr b="0" lang="es-ES" sz="1400" strike="noStrike" u="none">
              <a:solidFill>
                <a:srgbClr val="ffffff"/>
              </a:solidFill>
              <a:uFillTx/>
              <a:latin typeface="Arial"/>
            </a:endParaRPr>
          </a:p>
          <a:p>
            <a:pPr>
              <a:lnSpc>
                <a:spcPct val="100000"/>
              </a:lnSpc>
            </a:pPr>
            <a:endParaRPr b="0" lang="es-ES" sz="14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32.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33.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34.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35.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36.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38.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39.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40.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41.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42.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2000"/>
                <a:lumMod val="110000"/>
              </a:schemeClr>
            </a:gs>
            <a:gs pos="100000">
              <a:schemeClr val="phClr">
                <a:tint val="84000"/>
              </a:schemeClr>
            </a:gs>
          </a:gsLst>
          <a:lin ang="5400000" scaled="0"/>
          <a:tileRect l="0" t="0" r="0" b="0"/>
        </a:gradFill>
        <a:gradFill>
          <a:gsLst>
            <a:gs pos="0">
              <a:schemeClr val="phClr">
                <a:tint val="98000"/>
                <a:lumMod val="128000"/>
              </a:schemeClr>
            </a:gs>
            <a:gs pos="100000">
              <a:schemeClr val="phClr">
                <a:shade val="94000"/>
                <a:lumMod val="88000"/>
              </a:schemeClr>
            </a:gs>
          </a:gsLst>
          <a:lin ang="5400000" scaled="0"/>
          <a:tileRect l="0" t="0" r="0" b="0"/>
        </a:gradFill>
      </a:fillStyleLst>
      <a:lnStyleLst>
        <a:ln w="9525" cap="rnd" cmpd="sng" algn="ctr">
          <a:prstDash val="solid"/>
        </a:ln>
        <a:ln w="15875"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10000">
              <a:schemeClr val="phClr">
                <a:tint val="97000"/>
                <a:lumMod val="164000"/>
              </a:schemeClr>
            </a:gs>
            <a:gs pos="100000">
              <a:schemeClr val="phClr">
                <a:shade val="96000"/>
                <a:lumMod val="90000"/>
              </a:schemeClr>
            </a:gs>
          </a:gsLst>
          <a:lin ang="6120000" scaled="1"/>
          <a:tileRect l="0" t="0" r="0" b="0"/>
        </a:gradFill>
        <a:gradFill>
          <a:gsLst>
            <a:gs pos="0">
              <a:schemeClr val="phClr">
                <a:tint val="97000"/>
                <a:lumMod val="164000"/>
              </a:schemeClr>
            </a:gs>
            <a:gs pos="100000">
              <a:schemeClr val="phClr">
                <a:shade val="96000"/>
                <a:lumMod val="90000"/>
              </a:schemeClr>
            </a:gs>
          </a:gsLst>
          <a:path path="circle">
            <a:fillToRect l="0" t="0" r="0" b="100000"/>
          </a:path>
          <a:tileRect l="0" t="0" r="0" b="0"/>
        </a:gradFill>
      </a:bgFillStyleLst>
    </a:fmtScheme>
  </a:themeElements>
</a:theme>
</file>

<file path=ppt/theme/theme4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375</TotalTime>
  <Application>LibreOffice/24.8.2.1$Windows_X86_64 LibreOffice_project/0f794b6e29741098670a3b95d60478a65d05ef13</Application>
  <AppVersion>15.0000</AppVersion>
  <Words>1032</Words>
  <Paragraphs>59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Marita</dc:creator>
  <dc:description/>
  <dc:language>es-ES</dc:language>
  <cp:lastModifiedBy/>
  <dcterms:modified xsi:type="dcterms:W3CDTF">2024-10-21T18:28:15Z</dcterms:modified>
  <cp:revision>24</cp:revision>
  <dc:subject/>
  <dc:title>Presentación de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34</vt:i4>
  </property>
  <property fmtid="{D5CDD505-2E9C-101B-9397-08002B2CF9AE}" pid="3" name="PresentationFormat">
    <vt:lpwstr>Panorámica</vt:lpwstr>
  </property>
  <property fmtid="{D5CDD505-2E9C-101B-9397-08002B2CF9AE}" pid="4" name="Slides">
    <vt:i4>36</vt:i4>
  </property>
</Properties>
</file>